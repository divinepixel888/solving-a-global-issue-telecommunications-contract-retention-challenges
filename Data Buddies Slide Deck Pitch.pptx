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6858000" cx="12192000"/>
  <p:notesSz cx="6858000" cy="9144000"/>
  <p:embeddedFontLst>
    <p:embeddedFont>
      <p:font typeface="Century Gothic"/>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484">
          <p15:clr>
            <a:srgbClr val="747775"/>
          </p15:clr>
        </p15:guide>
        <p15:guide id="2" pos="4151">
          <p15:clr>
            <a:srgbClr val="747775"/>
          </p15:clr>
        </p15:guide>
        <p15:guide id="3" orient="horz" pos="3921">
          <p15:clr>
            <a:srgbClr val="747775"/>
          </p15:clr>
        </p15:guide>
        <p15:guide id="4" pos="7221">
          <p15:clr>
            <a:srgbClr val="747775"/>
          </p15:clr>
        </p15:guide>
        <p15:guide id="5" orient="horz" pos="1015">
          <p15:clr>
            <a:srgbClr val="747775"/>
          </p15:clr>
        </p15:guide>
      </p15:sldGuideLst>
    </p:ext>
    <p:ext uri="GoogleSlidesCustomDataVersion2">
      <go:slidesCustomData xmlns:go="http://customooxmlschemas.google.com/" r:id="rId31" roundtripDataSignature="AMtx7mgEzdGi5IU8sWzgRWmVQPD/ARa4P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484"/>
        <p:guide pos="4151"/>
        <p:guide pos="3921" orient="horz"/>
        <p:guide pos="7221"/>
        <p:guide pos="1015"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CenturyGothic-bold.fntdata"/><Relationship Id="rId27" Type="http://schemas.openxmlformats.org/officeDocument/2006/relationships/font" Target="fonts/CenturyGothic-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CenturyGothic-italic.fntdata"/><Relationship Id="rId7" Type="http://schemas.openxmlformats.org/officeDocument/2006/relationships/slide" Target="slides/slide2.xml"/><Relationship Id="rId8" Type="http://schemas.openxmlformats.org/officeDocument/2006/relationships/slide" Target="slides/slide3.xml"/><Relationship Id="rId31" Type="http://customschemas.google.com/relationships/presentationmetadata" Target="metadata"/><Relationship Id="rId30" Type="http://schemas.openxmlformats.org/officeDocument/2006/relationships/font" Target="fonts/CenturyGothic-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2a667672441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g2a667672441_0_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2a667672441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g2a667672441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2a667672441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g2a667672441_0_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2a667672441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g2a667672441_0_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2a667672441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g2a667672441_0_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2a667672441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g2a667672441_0_3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2a667672441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g2a667672441_0_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2a667672441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g2a667672441_0_4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22" name="Shape 22"/>
        <p:cNvGrpSpPr/>
        <p:nvPr/>
      </p:nvGrpSpPr>
      <p:grpSpPr>
        <a:xfrm>
          <a:off x="0" y="0"/>
          <a:ext cx="0" cy="0"/>
          <a:chOff x="0" y="0"/>
          <a:chExt cx="0" cy="0"/>
        </a:xfrm>
      </p:grpSpPr>
      <p:grpSp>
        <p:nvGrpSpPr>
          <p:cNvPr id="23" name="Google Shape;23;p15"/>
          <p:cNvGrpSpPr/>
          <p:nvPr/>
        </p:nvGrpSpPr>
        <p:grpSpPr>
          <a:xfrm>
            <a:off x="0" y="-2373"/>
            <a:ext cx="12192000" cy="6867027"/>
            <a:chOff x="0" y="-2373"/>
            <a:chExt cx="12192000" cy="6867027"/>
          </a:xfrm>
        </p:grpSpPr>
        <p:sp>
          <p:nvSpPr>
            <p:cNvPr id="24" name="Google Shape;24;p15"/>
            <p:cNvSpPr/>
            <p:nvPr/>
          </p:nvSpPr>
          <p:spPr>
            <a:xfrm>
              <a:off x="0" y="0"/>
              <a:ext cx="12192000" cy="6858000"/>
            </a:xfrm>
            <a:prstGeom prst="rect">
              <a:avLst/>
            </a:prstGeom>
            <a:blipFill rotWithShape="1">
              <a:blip r:embed="rId2">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15"/>
            <p:cNvSpPr/>
            <p:nvPr/>
          </p:nvSpPr>
          <p:spPr>
            <a:xfrm>
              <a:off x="3220" y="2667000"/>
              <a:ext cx="4191000" cy="4191000"/>
            </a:xfrm>
            <a:prstGeom prst="ellipse">
              <a:avLst/>
            </a:prstGeom>
            <a:gradFill>
              <a:gsLst>
                <a:gs pos="0">
                  <a:srgbClr val="F7F7F7">
                    <a:alpha val="10980"/>
                  </a:srgbClr>
                </a:gs>
                <a:gs pos="36000">
                  <a:srgbClr val="F7F7F7">
                    <a:alpha val="9803"/>
                  </a:srgbClr>
                </a:gs>
                <a:gs pos="75000">
                  <a:srgbClr val="F7F7F7">
                    <a:alpha val="0"/>
                  </a:srgbClr>
                </a:gs>
                <a:gs pos="100000">
                  <a:srgbClr val="F7F7F7">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15"/>
            <p:cNvSpPr/>
            <p:nvPr/>
          </p:nvSpPr>
          <p:spPr>
            <a:xfrm>
              <a:off x="1750" y="2895600"/>
              <a:ext cx="2362200" cy="2362200"/>
            </a:xfrm>
            <a:prstGeom prst="ellipse">
              <a:avLst/>
            </a:prstGeom>
            <a:gradFill>
              <a:gsLst>
                <a:gs pos="0">
                  <a:srgbClr val="F7F7F7">
                    <a:alpha val="7843"/>
                  </a:srgbClr>
                </a:gs>
                <a:gs pos="36000">
                  <a:srgbClr val="F7F7F7">
                    <a:alpha val="7843"/>
                  </a:srgbClr>
                </a:gs>
                <a:gs pos="72000">
                  <a:srgbClr val="F7F7F7">
                    <a:alpha val="0"/>
                  </a:srgbClr>
                </a:gs>
                <a:gs pos="100000">
                  <a:srgbClr val="F7F7F7">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15"/>
            <p:cNvSpPr/>
            <p:nvPr/>
          </p:nvSpPr>
          <p:spPr>
            <a:xfrm>
              <a:off x="8609012" y="1676400"/>
              <a:ext cx="2819400" cy="2819400"/>
            </a:xfrm>
            <a:prstGeom prst="ellipse">
              <a:avLst/>
            </a:prstGeom>
            <a:gradFill>
              <a:gsLst>
                <a:gs pos="0">
                  <a:srgbClr val="F7F7F7">
                    <a:alpha val="6666"/>
                  </a:srgbClr>
                </a:gs>
                <a:gs pos="36000">
                  <a:srgbClr val="F7F7F7">
                    <a:alpha val="5882"/>
                  </a:srgbClr>
                </a:gs>
                <a:gs pos="69000">
                  <a:srgbClr val="F7F7F7">
                    <a:alpha val="0"/>
                  </a:srgbClr>
                </a:gs>
                <a:gs pos="100000">
                  <a:srgbClr val="F7F7F7">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15"/>
            <p:cNvSpPr/>
            <p:nvPr/>
          </p:nvSpPr>
          <p:spPr>
            <a:xfrm>
              <a:off x="7999412" y="-2373"/>
              <a:ext cx="1600200" cy="1600200"/>
            </a:xfrm>
            <a:prstGeom prst="ellipse">
              <a:avLst/>
            </a:prstGeom>
            <a:gradFill>
              <a:gsLst>
                <a:gs pos="0">
                  <a:srgbClr val="F7F7F7">
                    <a:alpha val="13725"/>
                  </a:srgbClr>
                </a:gs>
                <a:gs pos="36000">
                  <a:srgbClr val="F7F7F7">
                    <a:alpha val="6666"/>
                  </a:srgbClr>
                </a:gs>
                <a:gs pos="73000">
                  <a:srgbClr val="F7F7F7">
                    <a:alpha val="0"/>
                  </a:srgbClr>
                </a:gs>
                <a:gs pos="100000">
                  <a:srgbClr val="F7F7F7">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15"/>
            <p:cNvSpPr/>
            <p:nvPr/>
          </p:nvSpPr>
          <p:spPr>
            <a:xfrm>
              <a:off x="8609012" y="5874054"/>
              <a:ext cx="990600" cy="990600"/>
            </a:xfrm>
            <a:prstGeom prst="ellipse">
              <a:avLst/>
            </a:prstGeom>
            <a:gradFill>
              <a:gsLst>
                <a:gs pos="0">
                  <a:srgbClr val="F7F7F7">
                    <a:alpha val="13725"/>
                  </a:srgbClr>
                </a:gs>
                <a:gs pos="36000">
                  <a:srgbClr val="F7F7F7">
                    <a:alpha val="6666"/>
                  </a:srgbClr>
                </a:gs>
                <a:gs pos="66000">
                  <a:srgbClr val="F7F7F7">
                    <a:alpha val="0"/>
                  </a:srgbClr>
                </a:gs>
                <a:gs pos="100000">
                  <a:srgbClr val="F7F7F7">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15"/>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31" name="Google Shape;31;p15"/>
          <p:cNvSpPr txBox="1"/>
          <p:nvPr>
            <p:ph type="ctrTitle"/>
          </p:nvPr>
        </p:nvSpPr>
        <p:spPr>
          <a:xfrm>
            <a:off x="1154955" y="2099733"/>
            <a:ext cx="8825658" cy="267764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lt2"/>
              </a:buClr>
              <a:buSzPts val="5400"/>
              <a:buFont typeface="Century Gothic"/>
              <a:buNone/>
              <a:defRPr sz="5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5"/>
          <p:cNvSpPr txBox="1"/>
          <p:nvPr>
            <p:ph idx="1" type="subTitle"/>
          </p:nvPr>
        </p:nvSpPr>
        <p:spPr>
          <a:xfrm>
            <a:off x="1154955" y="4777380"/>
            <a:ext cx="8825658" cy="861420"/>
          </a:xfrm>
          <a:prstGeom prst="rect">
            <a:avLst/>
          </a:prstGeom>
          <a:noFill/>
          <a:ln>
            <a:noFill/>
          </a:ln>
        </p:spPr>
        <p:txBody>
          <a:bodyPr anchorCtr="0" anchor="t" bIns="45700" lIns="91425" spcFirstLastPara="1" rIns="91425" wrap="square" tIns="45700">
            <a:normAutofit/>
          </a:bodyPr>
          <a:lstStyle>
            <a:lvl1pPr lvl="0" algn="l">
              <a:spcBef>
                <a:spcPts val="1000"/>
              </a:spcBef>
              <a:spcAft>
                <a:spcPts val="0"/>
              </a:spcAft>
              <a:buSzPts val="1440"/>
              <a:buNone/>
              <a:defRPr cap="none">
                <a:solidFill>
                  <a:schemeClr val="accent1"/>
                </a:solidFill>
              </a:defRPr>
            </a:lvl1pPr>
            <a:lvl2pPr lvl="1" algn="ctr">
              <a:spcBef>
                <a:spcPts val="1000"/>
              </a:spcBef>
              <a:spcAft>
                <a:spcPts val="0"/>
              </a:spcAft>
              <a:buSzPts val="1280"/>
              <a:buNone/>
              <a:defRPr>
                <a:solidFill>
                  <a:srgbClr val="888888"/>
                </a:solidFill>
              </a:defRPr>
            </a:lvl2pPr>
            <a:lvl3pPr lvl="2" algn="ctr">
              <a:spcBef>
                <a:spcPts val="1000"/>
              </a:spcBef>
              <a:spcAft>
                <a:spcPts val="0"/>
              </a:spcAft>
              <a:buSzPts val="1120"/>
              <a:buNone/>
              <a:defRPr>
                <a:solidFill>
                  <a:srgbClr val="888888"/>
                </a:solidFill>
              </a:defRPr>
            </a:lvl3pPr>
            <a:lvl4pPr lvl="3" algn="ctr">
              <a:spcBef>
                <a:spcPts val="1000"/>
              </a:spcBef>
              <a:spcAft>
                <a:spcPts val="0"/>
              </a:spcAft>
              <a:buSzPts val="960"/>
              <a:buNone/>
              <a:defRPr>
                <a:solidFill>
                  <a:srgbClr val="888888"/>
                </a:solidFill>
              </a:defRPr>
            </a:lvl4pPr>
            <a:lvl5pPr lvl="4" algn="ctr">
              <a:spcBef>
                <a:spcPts val="1000"/>
              </a:spcBef>
              <a:spcAft>
                <a:spcPts val="0"/>
              </a:spcAft>
              <a:buSzPts val="960"/>
              <a:buNone/>
              <a:defRPr>
                <a:solidFill>
                  <a:srgbClr val="888888"/>
                </a:solidFill>
              </a:defRPr>
            </a:lvl5pPr>
            <a:lvl6pPr lvl="5" algn="ctr">
              <a:spcBef>
                <a:spcPts val="1000"/>
              </a:spcBef>
              <a:spcAft>
                <a:spcPts val="0"/>
              </a:spcAft>
              <a:buSzPts val="960"/>
              <a:buNone/>
              <a:defRPr>
                <a:solidFill>
                  <a:srgbClr val="888888"/>
                </a:solidFill>
              </a:defRPr>
            </a:lvl6pPr>
            <a:lvl7pPr lvl="6" algn="ctr">
              <a:spcBef>
                <a:spcPts val="1000"/>
              </a:spcBef>
              <a:spcAft>
                <a:spcPts val="0"/>
              </a:spcAft>
              <a:buSzPts val="960"/>
              <a:buNone/>
              <a:defRPr>
                <a:solidFill>
                  <a:srgbClr val="888888"/>
                </a:solidFill>
              </a:defRPr>
            </a:lvl7pPr>
            <a:lvl8pPr lvl="7" algn="ctr">
              <a:spcBef>
                <a:spcPts val="1000"/>
              </a:spcBef>
              <a:spcAft>
                <a:spcPts val="0"/>
              </a:spcAft>
              <a:buSzPts val="960"/>
              <a:buNone/>
              <a:defRPr>
                <a:solidFill>
                  <a:srgbClr val="888888"/>
                </a:solidFill>
              </a:defRPr>
            </a:lvl8pPr>
            <a:lvl9pPr lvl="8" algn="ctr">
              <a:spcBef>
                <a:spcPts val="1000"/>
              </a:spcBef>
              <a:spcAft>
                <a:spcPts val="0"/>
              </a:spcAft>
              <a:buSzPts val="960"/>
              <a:buNone/>
              <a:defRPr>
                <a:solidFill>
                  <a:srgbClr val="888888"/>
                </a:solidFill>
              </a:defRPr>
            </a:lvl9pPr>
          </a:lstStyle>
          <a:p/>
        </p:txBody>
      </p:sp>
      <p:sp>
        <p:nvSpPr>
          <p:cNvPr id="33" name="Google Shape;33;p15"/>
          <p:cNvSpPr txBox="1"/>
          <p:nvPr>
            <p:ph idx="10" type="dt"/>
          </p:nvPr>
        </p:nvSpPr>
        <p:spPr>
          <a:xfrm rot="5400000">
            <a:off x="10089390" y="1792223"/>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0" i="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15"/>
          <p:cNvSpPr txBox="1"/>
          <p:nvPr>
            <p:ph idx="11" type="ftr"/>
          </p:nvPr>
        </p:nvSpPr>
        <p:spPr>
          <a:xfrm rot="5400000">
            <a:off x="8959592" y="3226820"/>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0" i="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15"/>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15"/>
          <p:cNvSpPr txBox="1"/>
          <p:nvPr>
            <p:ph idx="12" type="sldNum"/>
          </p:nvPr>
        </p:nvSpPr>
        <p:spPr>
          <a:xfrm>
            <a:off x="10351008" y="292608"/>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b="0" i="0" sz="2800" u="none" cap="none" strike="noStrike">
                <a:solidFill>
                  <a:schemeClr val="lt1"/>
                </a:solidFill>
                <a:latin typeface="Century Gothic"/>
                <a:ea typeface="Century Gothic"/>
                <a:cs typeface="Century Gothic"/>
                <a:sym typeface="Century Gothic"/>
              </a:defRPr>
            </a:lvl1pPr>
            <a:lvl2pPr indent="0" lvl="1" marL="0" algn="ctr">
              <a:spcBef>
                <a:spcPts val="0"/>
              </a:spcBef>
              <a:buNone/>
              <a:defRPr b="0" i="0" sz="2800" u="none" cap="none" strike="noStrike">
                <a:solidFill>
                  <a:schemeClr val="lt1"/>
                </a:solidFill>
                <a:latin typeface="Century Gothic"/>
                <a:ea typeface="Century Gothic"/>
                <a:cs typeface="Century Gothic"/>
                <a:sym typeface="Century Gothic"/>
              </a:defRPr>
            </a:lvl2pPr>
            <a:lvl3pPr indent="0" lvl="2" marL="0" algn="ctr">
              <a:spcBef>
                <a:spcPts val="0"/>
              </a:spcBef>
              <a:buNone/>
              <a:defRPr b="0" i="0" sz="2800" u="none" cap="none" strike="noStrike">
                <a:solidFill>
                  <a:schemeClr val="lt1"/>
                </a:solidFill>
                <a:latin typeface="Century Gothic"/>
                <a:ea typeface="Century Gothic"/>
                <a:cs typeface="Century Gothic"/>
                <a:sym typeface="Century Gothic"/>
              </a:defRPr>
            </a:lvl3pPr>
            <a:lvl4pPr indent="0" lvl="3" marL="0" algn="ctr">
              <a:spcBef>
                <a:spcPts val="0"/>
              </a:spcBef>
              <a:buNone/>
              <a:defRPr b="0" i="0" sz="2800" u="none" cap="none" strike="noStrike">
                <a:solidFill>
                  <a:schemeClr val="lt1"/>
                </a:solidFill>
                <a:latin typeface="Century Gothic"/>
                <a:ea typeface="Century Gothic"/>
                <a:cs typeface="Century Gothic"/>
                <a:sym typeface="Century Gothic"/>
              </a:defRPr>
            </a:lvl4pPr>
            <a:lvl5pPr indent="0" lvl="4" marL="0" algn="ctr">
              <a:spcBef>
                <a:spcPts val="0"/>
              </a:spcBef>
              <a:buNone/>
              <a:defRPr b="0" i="0" sz="2800" u="none" cap="none" strike="noStrike">
                <a:solidFill>
                  <a:schemeClr val="lt1"/>
                </a:solidFill>
                <a:latin typeface="Century Gothic"/>
                <a:ea typeface="Century Gothic"/>
                <a:cs typeface="Century Gothic"/>
                <a:sym typeface="Century Gothic"/>
              </a:defRPr>
            </a:lvl5pPr>
            <a:lvl6pPr indent="0" lvl="5" marL="0" algn="ctr">
              <a:spcBef>
                <a:spcPts val="0"/>
              </a:spcBef>
              <a:buNone/>
              <a:defRPr b="0" i="0" sz="2800" u="none" cap="none" strike="noStrike">
                <a:solidFill>
                  <a:schemeClr val="lt1"/>
                </a:solidFill>
                <a:latin typeface="Century Gothic"/>
                <a:ea typeface="Century Gothic"/>
                <a:cs typeface="Century Gothic"/>
                <a:sym typeface="Century Gothic"/>
              </a:defRPr>
            </a:lvl6pPr>
            <a:lvl7pPr indent="0" lvl="6" marL="0" algn="ctr">
              <a:spcBef>
                <a:spcPts val="0"/>
              </a:spcBef>
              <a:buNone/>
              <a:defRPr b="0" i="0" sz="2800" u="none" cap="none" strike="noStrike">
                <a:solidFill>
                  <a:schemeClr val="lt1"/>
                </a:solidFill>
                <a:latin typeface="Century Gothic"/>
                <a:ea typeface="Century Gothic"/>
                <a:cs typeface="Century Gothic"/>
                <a:sym typeface="Century Gothic"/>
              </a:defRPr>
            </a:lvl7pPr>
            <a:lvl8pPr indent="0" lvl="7" marL="0" algn="ctr">
              <a:spcBef>
                <a:spcPts val="0"/>
              </a:spcBef>
              <a:buNone/>
              <a:defRPr b="0" i="0" sz="2800" u="none" cap="none" strike="noStrike">
                <a:solidFill>
                  <a:schemeClr val="lt1"/>
                </a:solidFill>
                <a:latin typeface="Century Gothic"/>
                <a:ea typeface="Century Gothic"/>
                <a:cs typeface="Century Gothic"/>
                <a:sym typeface="Century Gothic"/>
              </a:defRPr>
            </a:lvl8pPr>
            <a:lvl9pPr indent="0" lvl="8" marL="0" algn="ctr">
              <a:spcBef>
                <a:spcPts val="0"/>
              </a:spcBef>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7" name="Shape 37"/>
        <p:cNvGrpSpPr/>
        <p:nvPr/>
      </p:nvGrpSpPr>
      <p:grpSpPr>
        <a:xfrm>
          <a:off x="0" y="0"/>
          <a:ext cx="0" cy="0"/>
          <a:chOff x="0" y="0"/>
          <a:chExt cx="0" cy="0"/>
        </a:xfrm>
      </p:grpSpPr>
      <p:sp>
        <p:nvSpPr>
          <p:cNvPr id="38" name="Google Shape;38;p16"/>
          <p:cNvSpPr txBox="1"/>
          <p:nvPr>
            <p:ph type="title"/>
          </p:nvPr>
        </p:nvSpPr>
        <p:spPr>
          <a:xfrm>
            <a:off x="1154953" y="973668"/>
            <a:ext cx="8761413" cy="70696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6"/>
          <p:cNvSpPr txBox="1"/>
          <p:nvPr>
            <p:ph idx="1" type="body"/>
          </p:nvPr>
        </p:nvSpPr>
        <p:spPr>
          <a:xfrm>
            <a:off x="1154955" y="2603500"/>
            <a:ext cx="8761412" cy="3416300"/>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40" name="Google Shape;40;p16"/>
          <p:cNvSpPr txBox="1"/>
          <p:nvPr>
            <p:ph idx="10" type="dt"/>
          </p:nvPr>
        </p:nvSpPr>
        <p:spPr>
          <a:xfrm>
            <a:off x="10650938" y="6394061"/>
            <a:ext cx="990599" cy="304799"/>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16"/>
          <p:cNvSpPr txBox="1"/>
          <p:nvPr>
            <p:ph idx="11" type="ftr"/>
          </p:nvPr>
        </p:nvSpPr>
        <p:spPr>
          <a:xfrm>
            <a:off x="528358" y="6391838"/>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16"/>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43" name="Shape 43"/>
        <p:cNvGrpSpPr/>
        <p:nvPr/>
      </p:nvGrpSpPr>
      <p:grpSpPr>
        <a:xfrm>
          <a:off x="0" y="0"/>
          <a:ext cx="0" cy="0"/>
          <a:chOff x="0" y="0"/>
          <a:chExt cx="0" cy="0"/>
        </a:xfrm>
      </p:grpSpPr>
      <p:grpSp>
        <p:nvGrpSpPr>
          <p:cNvPr id="44" name="Google Shape;44;p17"/>
          <p:cNvGrpSpPr/>
          <p:nvPr/>
        </p:nvGrpSpPr>
        <p:grpSpPr>
          <a:xfrm>
            <a:off x="0" y="-2373"/>
            <a:ext cx="12192000" cy="6867027"/>
            <a:chOff x="0" y="-2373"/>
            <a:chExt cx="12192000" cy="6867027"/>
          </a:xfrm>
        </p:grpSpPr>
        <p:sp>
          <p:nvSpPr>
            <p:cNvPr id="45" name="Google Shape;45;p17"/>
            <p:cNvSpPr/>
            <p:nvPr/>
          </p:nvSpPr>
          <p:spPr>
            <a:xfrm>
              <a:off x="0" y="0"/>
              <a:ext cx="12192000" cy="6858000"/>
            </a:xfrm>
            <a:prstGeom prst="rect">
              <a:avLst/>
            </a:prstGeom>
            <a:blipFill rotWithShape="1">
              <a:blip r:embed="rId2">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17"/>
            <p:cNvSpPr/>
            <p:nvPr/>
          </p:nvSpPr>
          <p:spPr>
            <a:xfrm>
              <a:off x="3220" y="2667000"/>
              <a:ext cx="4191000" cy="4191000"/>
            </a:xfrm>
            <a:prstGeom prst="ellipse">
              <a:avLst/>
            </a:prstGeom>
            <a:gradFill>
              <a:gsLst>
                <a:gs pos="0">
                  <a:srgbClr val="F7F7F7">
                    <a:alpha val="10980"/>
                  </a:srgbClr>
                </a:gs>
                <a:gs pos="36000">
                  <a:srgbClr val="F7F7F7">
                    <a:alpha val="9803"/>
                  </a:srgbClr>
                </a:gs>
                <a:gs pos="75000">
                  <a:srgbClr val="F7F7F7">
                    <a:alpha val="0"/>
                  </a:srgbClr>
                </a:gs>
                <a:gs pos="100000">
                  <a:srgbClr val="F7F7F7">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17"/>
            <p:cNvSpPr/>
            <p:nvPr/>
          </p:nvSpPr>
          <p:spPr>
            <a:xfrm>
              <a:off x="1750" y="2895600"/>
              <a:ext cx="2362200" cy="2362200"/>
            </a:xfrm>
            <a:prstGeom prst="ellipse">
              <a:avLst/>
            </a:prstGeom>
            <a:gradFill>
              <a:gsLst>
                <a:gs pos="0">
                  <a:srgbClr val="F7F7F7">
                    <a:alpha val="7843"/>
                  </a:srgbClr>
                </a:gs>
                <a:gs pos="36000">
                  <a:srgbClr val="F7F7F7">
                    <a:alpha val="7843"/>
                  </a:srgbClr>
                </a:gs>
                <a:gs pos="72000">
                  <a:srgbClr val="F7F7F7">
                    <a:alpha val="0"/>
                  </a:srgbClr>
                </a:gs>
                <a:gs pos="100000">
                  <a:srgbClr val="F7F7F7">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17"/>
            <p:cNvSpPr/>
            <p:nvPr/>
          </p:nvSpPr>
          <p:spPr>
            <a:xfrm>
              <a:off x="8609012" y="1676400"/>
              <a:ext cx="2819400" cy="2819400"/>
            </a:xfrm>
            <a:prstGeom prst="ellipse">
              <a:avLst/>
            </a:prstGeom>
            <a:gradFill>
              <a:gsLst>
                <a:gs pos="0">
                  <a:srgbClr val="F7F7F7">
                    <a:alpha val="6666"/>
                  </a:srgbClr>
                </a:gs>
                <a:gs pos="36000">
                  <a:srgbClr val="F7F7F7">
                    <a:alpha val="5882"/>
                  </a:srgbClr>
                </a:gs>
                <a:gs pos="69000">
                  <a:srgbClr val="F7F7F7">
                    <a:alpha val="0"/>
                  </a:srgbClr>
                </a:gs>
                <a:gs pos="100000">
                  <a:srgbClr val="F7F7F7">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17"/>
            <p:cNvSpPr/>
            <p:nvPr/>
          </p:nvSpPr>
          <p:spPr>
            <a:xfrm>
              <a:off x="7999412" y="-2373"/>
              <a:ext cx="1600200" cy="1600200"/>
            </a:xfrm>
            <a:prstGeom prst="ellipse">
              <a:avLst/>
            </a:prstGeom>
            <a:gradFill>
              <a:gsLst>
                <a:gs pos="0">
                  <a:srgbClr val="F7F7F7">
                    <a:alpha val="13725"/>
                  </a:srgbClr>
                </a:gs>
                <a:gs pos="36000">
                  <a:srgbClr val="F7F7F7">
                    <a:alpha val="6666"/>
                  </a:srgbClr>
                </a:gs>
                <a:gs pos="73000">
                  <a:srgbClr val="F7F7F7">
                    <a:alpha val="0"/>
                  </a:srgbClr>
                </a:gs>
                <a:gs pos="100000">
                  <a:srgbClr val="F7F7F7">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17"/>
            <p:cNvSpPr/>
            <p:nvPr/>
          </p:nvSpPr>
          <p:spPr>
            <a:xfrm>
              <a:off x="8609012" y="5874054"/>
              <a:ext cx="990600" cy="990600"/>
            </a:xfrm>
            <a:prstGeom prst="ellipse">
              <a:avLst/>
            </a:prstGeom>
            <a:gradFill>
              <a:gsLst>
                <a:gs pos="0">
                  <a:srgbClr val="F7F7F7">
                    <a:alpha val="13725"/>
                  </a:srgbClr>
                </a:gs>
                <a:gs pos="36000">
                  <a:srgbClr val="F7F7F7">
                    <a:alpha val="6666"/>
                  </a:srgbClr>
                </a:gs>
                <a:gs pos="66000">
                  <a:srgbClr val="F7F7F7">
                    <a:alpha val="0"/>
                  </a:srgbClr>
                </a:gs>
                <a:gs pos="100000">
                  <a:srgbClr val="F7F7F7">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17"/>
            <p:cNvSpPr/>
            <p:nvPr/>
          </p:nvSpPr>
          <p:spPr>
            <a:xfrm>
              <a:off x="7289800" y="402165"/>
              <a:ext cx="4478865" cy="605367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17"/>
            <p:cNvSpPr/>
            <p:nvPr/>
          </p:nvSpPr>
          <p:spPr>
            <a:xfrm rot="-5677511">
              <a:off x="4698352" y="1826078"/>
              <a:ext cx="3299407" cy="440924"/>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17"/>
            <p:cNvSpPr/>
            <p:nvPr/>
          </p:nvSpPr>
          <p:spPr>
            <a:xfrm rot="-5400000">
              <a:off x="3787244" y="2801721"/>
              <a:ext cx="6053670" cy="1254558"/>
            </a:xfrm>
            <a:custGeom>
              <a:rect b="b" l="l" r="r" t="t"/>
              <a:pathLst>
                <a:path extrusionOk="0" h="8000" w="10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lt1"/>
            </a:solidFill>
            <a:ln>
              <a:noFill/>
            </a:ln>
          </p:spPr>
        </p:sp>
        <p:sp>
          <p:nvSpPr>
            <p:cNvPr id="54" name="Google Shape;54;p17"/>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55" name="Google Shape;55;p17"/>
          <p:cNvSpPr txBox="1"/>
          <p:nvPr>
            <p:ph type="title"/>
          </p:nvPr>
        </p:nvSpPr>
        <p:spPr>
          <a:xfrm>
            <a:off x="1154956" y="2677645"/>
            <a:ext cx="4351023" cy="228382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lt2"/>
              </a:buClr>
              <a:buSzPts val="4000"/>
              <a:buFont typeface="Century Gothic"/>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17"/>
          <p:cNvSpPr txBox="1"/>
          <p:nvPr>
            <p:ph idx="1" type="body"/>
          </p:nvPr>
        </p:nvSpPr>
        <p:spPr>
          <a:xfrm>
            <a:off x="6895558" y="2677644"/>
            <a:ext cx="3755379" cy="2283823"/>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600"/>
              <a:buNone/>
              <a:defRPr sz="2000" cap="none">
                <a:solidFill>
                  <a:schemeClr val="accent1"/>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57" name="Google Shape;57;p17"/>
          <p:cNvSpPr txBox="1"/>
          <p:nvPr>
            <p:ph idx="10" type="dt"/>
          </p:nvPr>
        </p:nvSpPr>
        <p:spPr>
          <a:xfrm>
            <a:off x="10650938" y="6394061"/>
            <a:ext cx="990599" cy="304799"/>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17"/>
          <p:cNvSpPr txBox="1"/>
          <p:nvPr>
            <p:ph idx="11" type="ftr"/>
          </p:nvPr>
        </p:nvSpPr>
        <p:spPr>
          <a:xfrm>
            <a:off x="528358" y="6391838"/>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7"/>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17"/>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61" name="Shape 61"/>
        <p:cNvGrpSpPr/>
        <p:nvPr/>
      </p:nvGrpSpPr>
      <p:grpSpPr>
        <a:xfrm>
          <a:off x="0" y="0"/>
          <a:ext cx="0" cy="0"/>
          <a:chOff x="0" y="0"/>
          <a:chExt cx="0" cy="0"/>
        </a:xfrm>
      </p:grpSpPr>
      <p:sp>
        <p:nvSpPr>
          <p:cNvPr id="62" name="Google Shape;62;p18"/>
          <p:cNvSpPr txBox="1"/>
          <p:nvPr>
            <p:ph type="title"/>
          </p:nvPr>
        </p:nvSpPr>
        <p:spPr>
          <a:xfrm>
            <a:off x="1154953" y="973668"/>
            <a:ext cx="8761413" cy="70696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18"/>
          <p:cNvSpPr txBox="1"/>
          <p:nvPr>
            <p:ph idx="1" type="body"/>
          </p:nvPr>
        </p:nvSpPr>
        <p:spPr>
          <a:xfrm>
            <a:off x="1154954" y="2603500"/>
            <a:ext cx="4825158" cy="3416301"/>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4" name="Google Shape;64;p18"/>
          <p:cNvSpPr txBox="1"/>
          <p:nvPr>
            <p:ph idx="2" type="body"/>
          </p:nvPr>
        </p:nvSpPr>
        <p:spPr>
          <a:xfrm>
            <a:off x="6208712" y="2603500"/>
            <a:ext cx="4825159" cy="3416300"/>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5" name="Google Shape;65;p18"/>
          <p:cNvSpPr txBox="1"/>
          <p:nvPr>
            <p:ph idx="10" type="dt"/>
          </p:nvPr>
        </p:nvSpPr>
        <p:spPr>
          <a:xfrm>
            <a:off x="10650938" y="6394061"/>
            <a:ext cx="990599" cy="304799"/>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8"/>
          <p:cNvSpPr txBox="1"/>
          <p:nvPr>
            <p:ph idx="11" type="ftr"/>
          </p:nvPr>
        </p:nvSpPr>
        <p:spPr>
          <a:xfrm>
            <a:off x="528358" y="6391838"/>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8"/>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8" name="Shape 68"/>
        <p:cNvGrpSpPr/>
        <p:nvPr/>
      </p:nvGrpSpPr>
      <p:grpSpPr>
        <a:xfrm>
          <a:off x="0" y="0"/>
          <a:ext cx="0" cy="0"/>
          <a:chOff x="0" y="0"/>
          <a:chExt cx="0" cy="0"/>
        </a:xfrm>
      </p:grpSpPr>
      <p:sp>
        <p:nvSpPr>
          <p:cNvPr id="69" name="Google Shape;69;p19"/>
          <p:cNvSpPr txBox="1"/>
          <p:nvPr>
            <p:ph type="title"/>
          </p:nvPr>
        </p:nvSpPr>
        <p:spPr>
          <a:xfrm>
            <a:off x="1154953" y="973668"/>
            <a:ext cx="8761413" cy="70696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lt2"/>
              </a:buClr>
              <a:buSzPts val="3600"/>
              <a:buFont typeface="Century Gothic"/>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9"/>
          <p:cNvSpPr txBox="1"/>
          <p:nvPr>
            <p:ph idx="1" type="body"/>
          </p:nvPr>
        </p:nvSpPr>
        <p:spPr>
          <a:xfrm>
            <a:off x="1154954" y="2603500"/>
            <a:ext cx="4825157"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chemeClr val="accent1"/>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71" name="Google Shape;71;p19"/>
          <p:cNvSpPr txBox="1"/>
          <p:nvPr>
            <p:ph idx="2" type="body"/>
          </p:nvPr>
        </p:nvSpPr>
        <p:spPr>
          <a:xfrm>
            <a:off x="1154954" y="3179762"/>
            <a:ext cx="4825158" cy="2840039"/>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72" name="Google Shape;72;p19"/>
          <p:cNvSpPr txBox="1"/>
          <p:nvPr>
            <p:ph idx="3" type="body"/>
          </p:nvPr>
        </p:nvSpPr>
        <p:spPr>
          <a:xfrm>
            <a:off x="6208712" y="2603500"/>
            <a:ext cx="4825159"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chemeClr val="accent1"/>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73" name="Google Shape;73;p19"/>
          <p:cNvSpPr txBox="1"/>
          <p:nvPr>
            <p:ph idx="4" type="body"/>
          </p:nvPr>
        </p:nvSpPr>
        <p:spPr>
          <a:xfrm>
            <a:off x="6208710" y="3179762"/>
            <a:ext cx="4825159" cy="2840039"/>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74" name="Google Shape;74;p19"/>
          <p:cNvSpPr txBox="1"/>
          <p:nvPr>
            <p:ph idx="10" type="dt"/>
          </p:nvPr>
        </p:nvSpPr>
        <p:spPr>
          <a:xfrm>
            <a:off x="10650938" y="6394061"/>
            <a:ext cx="990599" cy="304799"/>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19"/>
          <p:cNvSpPr txBox="1"/>
          <p:nvPr>
            <p:ph idx="11" type="ftr"/>
          </p:nvPr>
        </p:nvSpPr>
        <p:spPr>
          <a:xfrm>
            <a:off x="528358" y="6391838"/>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9"/>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7" name="Shape 77"/>
        <p:cNvGrpSpPr/>
        <p:nvPr/>
      </p:nvGrpSpPr>
      <p:grpSpPr>
        <a:xfrm>
          <a:off x="0" y="0"/>
          <a:ext cx="0" cy="0"/>
          <a:chOff x="0" y="0"/>
          <a:chExt cx="0" cy="0"/>
        </a:xfrm>
      </p:grpSpPr>
      <p:sp>
        <p:nvSpPr>
          <p:cNvPr id="78" name="Google Shape;78;p20"/>
          <p:cNvSpPr txBox="1"/>
          <p:nvPr>
            <p:ph type="title"/>
          </p:nvPr>
        </p:nvSpPr>
        <p:spPr>
          <a:xfrm>
            <a:off x="1154953" y="973668"/>
            <a:ext cx="8761413" cy="70696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0"/>
          <p:cNvSpPr txBox="1"/>
          <p:nvPr>
            <p:ph idx="10" type="dt"/>
          </p:nvPr>
        </p:nvSpPr>
        <p:spPr>
          <a:xfrm>
            <a:off x="10650938" y="6394061"/>
            <a:ext cx="990599" cy="304799"/>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20"/>
          <p:cNvSpPr txBox="1"/>
          <p:nvPr>
            <p:ph idx="11" type="ftr"/>
          </p:nvPr>
        </p:nvSpPr>
        <p:spPr>
          <a:xfrm>
            <a:off x="528358" y="6391838"/>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20"/>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82" name="Shape 82"/>
        <p:cNvGrpSpPr/>
        <p:nvPr/>
      </p:nvGrpSpPr>
      <p:grpSpPr>
        <a:xfrm>
          <a:off x="0" y="0"/>
          <a:ext cx="0" cy="0"/>
          <a:chOff x="0" y="0"/>
          <a:chExt cx="0" cy="0"/>
        </a:xfrm>
      </p:grpSpPr>
      <p:sp>
        <p:nvSpPr>
          <p:cNvPr id="83" name="Google Shape;83;p21"/>
          <p:cNvSpPr txBox="1"/>
          <p:nvPr>
            <p:ph idx="10" type="dt"/>
          </p:nvPr>
        </p:nvSpPr>
        <p:spPr>
          <a:xfrm>
            <a:off x="10650938" y="6394061"/>
            <a:ext cx="990599" cy="304799"/>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21"/>
          <p:cNvSpPr txBox="1"/>
          <p:nvPr>
            <p:ph idx="11" type="ftr"/>
          </p:nvPr>
        </p:nvSpPr>
        <p:spPr>
          <a:xfrm>
            <a:off x="528358" y="6391838"/>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21"/>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21"/>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87" name="Shape 87"/>
        <p:cNvGrpSpPr/>
        <p:nvPr/>
      </p:nvGrpSpPr>
      <p:grpSpPr>
        <a:xfrm>
          <a:off x="0" y="0"/>
          <a:ext cx="0" cy="0"/>
          <a:chOff x="0" y="0"/>
          <a:chExt cx="0" cy="0"/>
        </a:xfrm>
      </p:grpSpPr>
      <p:grpSp>
        <p:nvGrpSpPr>
          <p:cNvPr id="88" name="Google Shape;88;p22"/>
          <p:cNvGrpSpPr/>
          <p:nvPr/>
        </p:nvGrpSpPr>
        <p:grpSpPr>
          <a:xfrm>
            <a:off x="0" y="-2373"/>
            <a:ext cx="12192000" cy="6867027"/>
            <a:chOff x="0" y="-2373"/>
            <a:chExt cx="12192000" cy="6867027"/>
          </a:xfrm>
        </p:grpSpPr>
        <p:sp>
          <p:nvSpPr>
            <p:cNvPr id="89" name="Google Shape;89;p22"/>
            <p:cNvSpPr/>
            <p:nvPr/>
          </p:nvSpPr>
          <p:spPr>
            <a:xfrm>
              <a:off x="0" y="0"/>
              <a:ext cx="12192000" cy="6858000"/>
            </a:xfrm>
            <a:prstGeom prst="rect">
              <a:avLst/>
            </a:prstGeom>
            <a:blipFill rotWithShape="1">
              <a:blip r:embed="rId2">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22"/>
            <p:cNvSpPr/>
            <p:nvPr/>
          </p:nvSpPr>
          <p:spPr>
            <a:xfrm>
              <a:off x="3220" y="2667000"/>
              <a:ext cx="4191000" cy="4191000"/>
            </a:xfrm>
            <a:prstGeom prst="ellipse">
              <a:avLst/>
            </a:prstGeom>
            <a:gradFill>
              <a:gsLst>
                <a:gs pos="0">
                  <a:srgbClr val="F7F7F7">
                    <a:alpha val="10980"/>
                  </a:srgbClr>
                </a:gs>
                <a:gs pos="36000">
                  <a:srgbClr val="F7F7F7">
                    <a:alpha val="9803"/>
                  </a:srgbClr>
                </a:gs>
                <a:gs pos="75000">
                  <a:srgbClr val="F7F7F7">
                    <a:alpha val="0"/>
                  </a:srgbClr>
                </a:gs>
                <a:gs pos="100000">
                  <a:srgbClr val="F7F7F7">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22"/>
            <p:cNvSpPr/>
            <p:nvPr/>
          </p:nvSpPr>
          <p:spPr>
            <a:xfrm>
              <a:off x="1750" y="2895600"/>
              <a:ext cx="2362200" cy="2362200"/>
            </a:xfrm>
            <a:prstGeom prst="ellipse">
              <a:avLst/>
            </a:prstGeom>
            <a:gradFill>
              <a:gsLst>
                <a:gs pos="0">
                  <a:srgbClr val="F7F7F7">
                    <a:alpha val="7843"/>
                  </a:srgbClr>
                </a:gs>
                <a:gs pos="36000">
                  <a:srgbClr val="F7F7F7">
                    <a:alpha val="7843"/>
                  </a:srgbClr>
                </a:gs>
                <a:gs pos="72000">
                  <a:srgbClr val="F7F7F7">
                    <a:alpha val="0"/>
                  </a:srgbClr>
                </a:gs>
                <a:gs pos="100000">
                  <a:srgbClr val="F7F7F7">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22"/>
            <p:cNvSpPr/>
            <p:nvPr/>
          </p:nvSpPr>
          <p:spPr>
            <a:xfrm>
              <a:off x="8609012" y="1676400"/>
              <a:ext cx="2819400" cy="2819400"/>
            </a:xfrm>
            <a:prstGeom prst="ellipse">
              <a:avLst/>
            </a:prstGeom>
            <a:gradFill>
              <a:gsLst>
                <a:gs pos="0">
                  <a:srgbClr val="F7F7F7">
                    <a:alpha val="6666"/>
                  </a:srgbClr>
                </a:gs>
                <a:gs pos="36000">
                  <a:srgbClr val="F7F7F7">
                    <a:alpha val="5882"/>
                  </a:srgbClr>
                </a:gs>
                <a:gs pos="69000">
                  <a:srgbClr val="F7F7F7">
                    <a:alpha val="0"/>
                  </a:srgbClr>
                </a:gs>
                <a:gs pos="100000">
                  <a:srgbClr val="F7F7F7">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22"/>
            <p:cNvSpPr/>
            <p:nvPr/>
          </p:nvSpPr>
          <p:spPr>
            <a:xfrm>
              <a:off x="7999412" y="-2373"/>
              <a:ext cx="1600200" cy="1600200"/>
            </a:xfrm>
            <a:prstGeom prst="ellipse">
              <a:avLst/>
            </a:prstGeom>
            <a:gradFill>
              <a:gsLst>
                <a:gs pos="0">
                  <a:srgbClr val="F7F7F7">
                    <a:alpha val="13725"/>
                  </a:srgbClr>
                </a:gs>
                <a:gs pos="36000">
                  <a:srgbClr val="F7F7F7">
                    <a:alpha val="6666"/>
                  </a:srgbClr>
                </a:gs>
                <a:gs pos="73000">
                  <a:srgbClr val="F7F7F7">
                    <a:alpha val="0"/>
                  </a:srgbClr>
                </a:gs>
                <a:gs pos="100000">
                  <a:srgbClr val="F7F7F7">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22"/>
            <p:cNvSpPr/>
            <p:nvPr/>
          </p:nvSpPr>
          <p:spPr>
            <a:xfrm>
              <a:off x="8609012" y="5874054"/>
              <a:ext cx="990600" cy="990600"/>
            </a:xfrm>
            <a:prstGeom prst="ellipse">
              <a:avLst/>
            </a:prstGeom>
            <a:gradFill>
              <a:gsLst>
                <a:gs pos="0">
                  <a:srgbClr val="F7F7F7">
                    <a:alpha val="13725"/>
                  </a:srgbClr>
                </a:gs>
                <a:gs pos="36000">
                  <a:srgbClr val="F7F7F7">
                    <a:alpha val="6666"/>
                  </a:srgbClr>
                </a:gs>
                <a:gs pos="66000">
                  <a:srgbClr val="F7F7F7">
                    <a:alpha val="0"/>
                  </a:srgbClr>
                </a:gs>
                <a:gs pos="100000">
                  <a:srgbClr val="F7F7F7">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22"/>
            <p:cNvSpPr/>
            <p:nvPr/>
          </p:nvSpPr>
          <p:spPr>
            <a:xfrm>
              <a:off x="5713412" y="402165"/>
              <a:ext cx="6055253" cy="605367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22"/>
            <p:cNvSpPr/>
            <p:nvPr/>
          </p:nvSpPr>
          <p:spPr>
            <a:xfrm rot="-5677511">
              <a:off x="3140485" y="1826078"/>
              <a:ext cx="3299407" cy="440924"/>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22"/>
            <p:cNvSpPr/>
            <p:nvPr/>
          </p:nvSpPr>
          <p:spPr>
            <a:xfrm rot="-5400000">
              <a:off x="2229377" y="2801721"/>
              <a:ext cx="6053670" cy="1254558"/>
            </a:xfrm>
            <a:custGeom>
              <a:rect b="b" l="l" r="r" t="t"/>
              <a:pathLst>
                <a:path extrusionOk="0" h="8000" w="10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lt1"/>
            </a:solidFill>
            <a:ln>
              <a:noFill/>
            </a:ln>
          </p:spPr>
        </p:sp>
        <p:sp>
          <p:nvSpPr>
            <p:cNvPr id="98" name="Google Shape;98;p22"/>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99" name="Google Shape;99;p22"/>
          <p:cNvSpPr txBox="1"/>
          <p:nvPr>
            <p:ph type="title"/>
          </p:nvPr>
        </p:nvSpPr>
        <p:spPr>
          <a:xfrm>
            <a:off x="1154954" y="1295400"/>
            <a:ext cx="2793159" cy="1600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lt2"/>
              </a:buClr>
              <a:buSzPts val="2400"/>
              <a:buFont typeface="Century Gothic"/>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22"/>
          <p:cNvSpPr txBox="1"/>
          <p:nvPr>
            <p:ph idx="1" type="body"/>
          </p:nvPr>
        </p:nvSpPr>
        <p:spPr>
          <a:xfrm>
            <a:off x="5781146" y="1447800"/>
            <a:ext cx="5190065" cy="4572000"/>
          </a:xfrm>
          <a:prstGeom prst="rect">
            <a:avLst/>
          </a:prstGeom>
          <a:noFill/>
          <a:ln>
            <a:noFill/>
          </a:ln>
        </p:spPr>
        <p:txBody>
          <a:bodyPr anchorCtr="0" anchor="ctr"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01" name="Google Shape;101;p22"/>
          <p:cNvSpPr txBox="1"/>
          <p:nvPr>
            <p:ph idx="2" type="body"/>
          </p:nvPr>
        </p:nvSpPr>
        <p:spPr>
          <a:xfrm>
            <a:off x="1154955" y="2895600"/>
            <a:ext cx="2793158" cy="3129279"/>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solidFill>
                  <a:schemeClr val="accent1"/>
                </a:solidFill>
              </a:defRPr>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102" name="Google Shape;102;p22"/>
          <p:cNvSpPr txBox="1"/>
          <p:nvPr>
            <p:ph idx="10" type="dt"/>
          </p:nvPr>
        </p:nvSpPr>
        <p:spPr>
          <a:xfrm>
            <a:off x="10650938" y="6394061"/>
            <a:ext cx="990599" cy="304799"/>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22"/>
          <p:cNvSpPr txBox="1"/>
          <p:nvPr>
            <p:ph idx="11" type="ftr"/>
          </p:nvPr>
        </p:nvSpPr>
        <p:spPr>
          <a:xfrm>
            <a:off x="528358" y="6391838"/>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22"/>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22"/>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106" name="Shape 106"/>
        <p:cNvGrpSpPr/>
        <p:nvPr/>
      </p:nvGrpSpPr>
      <p:grpSpPr>
        <a:xfrm>
          <a:off x="0" y="0"/>
          <a:ext cx="0" cy="0"/>
          <a:chOff x="0" y="0"/>
          <a:chExt cx="0" cy="0"/>
        </a:xfrm>
      </p:grpSpPr>
      <p:grpSp>
        <p:nvGrpSpPr>
          <p:cNvPr id="107" name="Google Shape;107;p23"/>
          <p:cNvGrpSpPr/>
          <p:nvPr/>
        </p:nvGrpSpPr>
        <p:grpSpPr>
          <a:xfrm>
            <a:off x="0" y="-2373"/>
            <a:ext cx="12192000" cy="6867027"/>
            <a:chOff x="0" y="-2373"/>
            <a:chExt cx="12192000" cy="6867027"/>
          </a:xfrm>
        </p:grpSpPr>
        <p:sp>
          <p:nvSpPr>
            <p:cNvPr id="108" name="Google Shape;108;p23"/>
            <p:cNvSpPr/>
            <p:nvPr/>
          </p:nvSpPr>
          <p:spPr>
            <a:xfrm>
              <a:off x="0" y="0"/>
              <a:ext cx="12192000" cy="6858000"/>
            </a:xfrm>
            <a:prstGeom prst="rect">
              <a:avLst/>
            </a:prstGeom>
            <a:blipFill rotWithShape="1">
              <a:blip r:embed="rId2">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23"/>
            <p:cNvSpPr/>
            <p:nvPr/>
          </p:nvSpPr>
          <p:spPr>
            <a:xfrm>
              <a:off x="3220" y="2667000"/>
              <a:ext cx="4191000" cy="4191000"/>
            </a:xfrm>
            <a:prstGeom prst="ellipse">
              <a:avLst/>
            </a:prstGeom>
            <a:gradFill>
              <a:gsLst>
                <a:gs pos="0">
                  <a:srgbClr val="F7F7F7">
                    <a:alpha val="10980"/>
                  </a:srgbClr>
                </a:gs>
                <a:gs pos="36000">
                  <a:srgbClr val="F7F7F7">
                    <a:alpha val="9803"/>
                  </a:srgbClr>
                </a:gs>
                <a:gs pos="75000">
                  <a:srgbClr val="F7F7F7">
                    <a:alpha val="0"/>
                  </a:srgbClr>
                </a:gs>
                <a:gs pos="100000">
                  <a:srgbClr val="F7F7F7">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23"/>
            <p:cNvSpPr/>
            <p:nvPr/>
          </p:nvSpPr>
          <p:spPr>
            <a:xfrm>
              <a:off x="1750" y="2895600"/>
              <a:ext cx="2362200" cy="2362200"/>
            </a:xfrm>
            <a:prstGeom prst="ellipse">
              <a:avLst/>
            </a:prstGeom>
            <a:gradFill>
              <a:gsLst>
                <a:gs pos="0">
                  <a:srgbClr val="F7F7F7">
                    <a:alpha val="7843"/>
                  </a:srgbClr>
                </a:gs>
                <a:gs pos="36000">
                  <a:srgbClr val="F7F7F7">
                    <a:alpha val="7843"/>
                  </a:srgbClr>
                </a:gs>
                <a:gs pos="72000">
                  <a:srgbClr val="F7F7F7">
                    <a:alpha val="0"/>
                  </a:srgbClr>
                </a:gs>
                <a:gs pos="100000">
                  <a:srgbClr val="F7F7F7">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23"/>
            <p:cNvSpPr/>
            <p:nvPr/>
          </p:nvSpPr>
          <p:spPr>
            <a:xfrm>
              <a:off x="8609012" y="1676400"/>
              <a:ext cx="2819400" cy="2819400"/>
            </a:xfrm>
            <a:prstGeom prst="ellipse">
              <a:avLst/>
            </a:prstGeom>
            <a:gradFill>
              <a:gsLst>
                <a:gs pos="0">
                  <a:srgbClr val="F7F7F7">
                    <a:alpha val="6666"/>
                  </a:srgbClr>
                </a:gs>
                <a:gs pos="36000">
                  <a:srgbClr val="F7F7F7">
                    <a:alpha val="5882"/>
                  </a:srgbClr>
                </a:gs>
                <a:gs pos="69000">
                  <a:srgbClr val="F7F7F7">
                    <a:alpha val="0"/>
                  </a:srgbClr>
                </a:gs>
                <a:gs pos="100000">
                  <a:srgbClr val="F7F7F7">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23"/>
            <p:cNvSpPr/>
            <p:nvPr/>
          </p:nvSpPr>
          <p:spPr>
            <a:xfrm>
              <a:off x="7999412" y="-2373"/>
              <a:ext cx="1600200" cy="1600200"/>
            </a:xfrm>
            <a:prstGeom prst="ellipse">
              <a:avLst/>
            </a:prstGeom>
            <a:gradFill>
              <a:gsLst>
                <a:gs pos="0">
                  <a:srgbClr val="F7F7F7">
                    <a:alpha val="13725"/>
                  </a:srgbClr>
                </a:gs>
                <a:gs pos="36000">
                  <a:srgbClr val="F7F7F7">
                    <a:alpha val="6666"/>
                  </a:srgbClr>
                </a:gs>
                <a:gs pos="73000">
                  <a:srgbClr val="F7F7F7">
                    <a:alpha val="0"/>
                  </a:srgbClr>
                </a:gs>
                <a:gs pos="100000">
                  <a:srgbClr val="F7F7F7">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23"/>
            <p:cNvSpPr/>
            <p:nvPr/>
          </p:nvSpPr>
          <p:spPr>
            <a:xfrm>
              <a:off x="8609012" y="5874054"/>
              <a:ext cx="990600" cy="990600"/>
            </a:xfrm>
            <a:prstGeom prst="ellipse">
              <a:avLst/>
            </a:prstGeom>
            <a:gradFill>
              <a:gsLst>
                <a:gs pos="0">
                  <a:srgbClr val="F7F7F7">
                    <a:alpha val="13725"/>
                  </a:srgbClr>
                </a:gs>
                <a:gs pos="36000">
                  <a:srgbClr val="F7F7F7">
                    <a:alpha val="6666"/>
                  </a:srgbClr>
                </a:gs>
                <a:gs pos="66000">
                  <a:srgbClr val="F7F7F7">
                    <a:alpha val="0"/>
                  </a:srgbClr>
                </a:gs>
                <a:gs pos="100000">
                  <a:srgbClr val="F7F7F7">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23"/>
            <p:cNvSpPr/>
            <p:nvPr/>
          </p:nvSpPr>
          <p:spPr>
            <a:xfrm>
              <a:off x="6172200" y="402165"/>
              <a:ext cx="5596465" cy="605367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23"/>
            <p:cNvSpPr/>
            <p:nvPr/>
          </p:nvSpPr>
          <p:spPr>
            <a:xfrm rot="-5400000">
              <a:off x="3295432" y="2801721"/>
              <a:ext cx="6053670" cy="1254558"/>
            </a:xfrm>
            <a:custGeom>
              <a:rect b="b" l="l" r="r" t="t"/>
              <a:pathLst>
                <a:path extrusionOk="0" h="8000" w="10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lt1"/>
            </a:solidFill>
            <a:ln>
              <a:noFill/>
            </a:ln>
          </p:spPr>
        </p:sp>
        <p:sp>
          <p:nvSpPr>
            <p:cNvPr id="116" name="Google Shape;116;p23"/>
            <p:cNvSpPr/>
            <p:nvPr/>
          </p:nvSpPr>
          <p:spPr>
            <a:xfrm rot="-5677511">
              <a:off x="4203594" y="1826078"/>
              <a:ext cx="3299407" cy="440924"/>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23"/>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118" name="Google Shape;118;p23"/>
          <p:cNvSpPr txBox="1"/>
          <p:nvPr>
            <p:ph type="title"/>
          </p:nvPr>
        </p:nvSpPr>
        <p:spPr>
          <a:xfrm>
            <a:off x="1153907" y="1693332"/>
            <a:ext cx="3860260" cy="173566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2"/>
              </a:buClr>
              <a:buSzPts val="3600"/>
              <a:buFont typeface="Century Gothic"/>
              <a:buNone/>
              <a:defRPr b="0" sz="36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9" name="Google Shape;119;p23"/>
          <p:cNvSpPr/>
          <p:nvPr>
            <p:ph idx="2" type="pic"/>
          </p:nvPr>
        </p:nvSpPr>
        <p:spPr>
          <a:xfrm>
            <a:off x="6547870" y="1143000"/>
            <a:ext cx="3227193" cy="4572000"/>
          </a:xfrm>
          <a:prstGeom prst="roundRect">
            <a:avLst>
              <a:gd fmla="val 1858" name="adj"/>
            </a:avLst>
          </a:prstGeom>
          <a:noFill/>
          <a:ln>
            <a:noFill/>
          </a:ln>
          <a:effectLst>
            <a:outerShdw blurRad="50800" rotWithShape="0" algn="tl" dir="5400000" dist="50800">
              <a:srgbClr val="000000">
                <a:alpha val="42745"/>
              </a:srgbClr>
            </a:outerShdw>
          </a:effectLst>
        </p:spPr>
      </p:sp>
      <p:sp>
        <p:nvSpPr>
          <p:cNvPr id="120" name="Google Shape;120;p23"/>
          <p:cNvSpPr txBox="1"/>
          <p:nvPr>
            <p:ph idx="1" type="body"/>
          </p:nvPr>
        </p:nvSpPr>
        <p:spPr>
          <a:xfrm>
            <a:off x="1154955" y="3657600"/>
            <a:ext cx="3859212" cy="13716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solidFill>
                  <a:schemeClr val="accent1"/>
                </a:solidFill>
              </a:defRPr>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121" name="Google Shape;121;p23"/>
          <p:cNvSpPr txBox="1"/>
          <p:nvPr>
            <p:ph idx="10" type="dt"/>
          </p:nvPr>
        </p:nvSpPr>
        <p:spPr>
          <a:xfrm>
            <a:off x="10650938" y="6394061"/>
            <a:ext cx="990599" cy="304799"/>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2" name="Google Shape;122;p23"/>
          <p:cNvSpPr txBox="1"/>
          <p:nvPr>
            <p:ph idx="11" type="ftr"/>
          </p:nvPr>
        </p:nvSpPr>
        <p:spPr>
          <a:xfrm>
            <a:off x="528358" y="6391838"/>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p23"/>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23"/>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125" name="Shape 125"/>
        <p:cNvGrpSpPr/>
        <p:nvPr/>
      </p:nvGrpSpPr>
      <p:grpSpPr>
        <a:xfrm>
          <a:off x="0" y="0"/>
          <a:ext cx="0" cy="0"/>
          <a:chOff x="0" y="0"/>
          <a:chExt cx="0" cy="0"/>
        </a:xfrm>
      </p:grpSpPr>
      <p:grpSp>
        <p:nvGrpSpPr>
          <p:cNvPr id="126" name="Google Shape;126;p24"/>
          <p:cNvGrpSpPr/>
          <p:nvPr/>
        </p:nvGrpSpPr>
        <p:grpSpPr>
          <a:xfrm>
            <a:off x="0" y="-2373"/>
            <a:ext cx="12192000" cy="6867027"/>
            <a:chOff x="0" y="-2373"/>
            <a:chExt cx="12192000" cy="6867027"/>
          </a:xfrm>
        </p:grpSpPr>
        <p:sp>
          <p:nvSpPr>
            <p:cNvPr id="127" name="Google Shape;127;p24"/>
            <p:cNvSpPr/>
            <p:nvPr/>
          </p:nvSpPr>
          <p:spPr>
            <a:xfrm>
              <a:off x="0" y="0"/>
              <a:ext cx="12192000" cy="6858000"/>
            </a:xfrm>
            <a:prstGeom prst="rect">
              <a:avLst/>
            </a:prstGeom>
            <a:blipFill rotWithShape="1">
              <a:blip r:embed="rId2">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24"/>
            <p:cNvSpPr/>
            <p:nvPr/>
          </p:nvSpPr>
          <p:spPr>
            <a:xfrm>
              <a:off x="3220" y="2667000"/>
              <a:ext cx="4191000" cy="4191000"/>
            </a:xfrm>
            <a:prstGeom prst="ellipse">
              <a:avLst/>
            </a:prstGeom>
            <a:gradFill>
              <a:gsLst>
                <a:gs pos="0">
                  <a:srgbClr val="F7F7F7">
                    <a:alpha val="10980"/>
                  </a:srgbClr>
                </a:gs>
                <a:gs pos="36000">
                  <a:srgbClr val="F7F7F7">
                    <a:alpha val="9803"/>
                  </a:srgbClr>
                </a:gs>
                <a:gs pos="75000">
                  <a:srgbClr val="F7F7F7">
                    <a:alpha val="0"/>
                  </a:srgbClr>
                </a:gs>
                <a:gs pos="100000">
                  <a:srgbClr val="F7F7F7">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24"/>
            <p:cNvSpPr/>
            <p:nvPr/>
          </p:nvSpPr>
          <p:spPr>
            <a:xfrm>
              <a:off x="1750" y="2895600"/>
              <a:ext cx="2362200" cy="2362200"/>
            </a:xfrm>
            <a:prstGeom prst="ellipse">
              <a:avLst/>
            </a:prstGeom>
            <a:gradFill>
              <a:gsLst>
                <a:gs pos="0">
                  <a:srgbClr val="F7F7F7">
                    <a:alpha val="7843"/>
                  </a:srgbClr>
                </a:gs>
                <a:gs pos="36000">
                  <a:srgbClr val="F7F7F7">
                    <a:alpha val="7843"/>
                  </a:srgbClr>
                </a:gs>
                <a:gs pos="72000">
                  <a:srgbClr val="F7F7F7">
                    <a:alpha val="0"/>
                  </a:srgbClr>
                </a:gs>
                <a:gs pos="100000">
                  <a:srgbClr val="F7F7F7">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24"/>
            <p:cNvSpPr/>
            <p:nvPr/>
          </p:nvSpPr>
          <p:spPr>
            <a:xfrm>
              <a:off x="8609012" y="1676400"/>
              <a:ext cx="2819400" cy="2819400"/>
            </a:xfrm>
            <a:prstGeom prst="ellipse">
              <a:avLst/>
            </a:prstGeom>
            <a:gradFill>
              <a:gsLst>
                <a:gs pos="0">
                  <a:srgbClr val="F7F7F7">
                    <a:alpha val="6666"/>
                  </a:srgbClr>
                </a:gs>
                <a:gs pos="36000">
                  <a:srgbClr val="F7F7F7">
                    <a:alpha val="5882"/>
                  </a:srgbClr>
                </a:gs>
                <a:gs pos="69000">
                  <a:srgbClr val="F7F7F7">
                    <a:alpha val="0"/>
                  </a:srgbClr>
                </a:gs>
                <a:gs pos="100000">
                  <a:srgbClr val="F7F7F7">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24"/>
            <p:cNvSpPr/>
            <p:nvPr/>
          </p:nvSpPr>
          <p:spPr>
            <a:xfrm>
              <a:off x="7999412" y="-2373"/>
              <a:ext cx="1600200" cy="1600200"/>
            </a:xfrm>
            <a:prstGeom prst="ellipse">
              <a:avLst/>
            </a:prstGeom>
            <a:gradFill>
              <a:gsLst>
                <a:gs pos="0">
                  <a:srgbClr val="F7F7F7">
                    <a:alpha val="13725"/>
                  </a:srgbClr>
                </a:gs>
                <a:gs pos="36000">
                  <a:srgbClr val="F7F7F7">
                    <a:alpha val="6666"/>
                  </a:srgbClr>
                </a:gs>
                <a:gs pos="73000">
                  <a:srgbClr val="F7F7F7">
                    <a:alpha val="0"/>
                  </a:srgbClr>
                </a:gs>
                <a:gs pos="100000">
                  <a:srgbClr val="F7F7F7">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24"/>
            <p:cNvSpPr/>
            <p:nvPr/>
          </p:nvSpPr>
          <p:spPr>
            <a:xfrm>
              <a:off x="8609012" y="5874054"/>
              <a:ext cx="990600" cy="990600"/>
            </a:xfrm>
            <a:prstGeom prst="ellipse">
              <a:avLst/>
            </a:prstGeom>
            <a:gradFill>
              <a:gsLst>
                <a:gs pos="0">
                  <a:srgbClr val="F7F7F7">
                    <a:alpha val="13725"/>
                  </a:srgbClr>
                </a:gs>
                <a:gs pos="36000">
                  <a:srgbClr val="F7F7F7">
                    <a:alpha val="6666"/>
                  </a:srgbClr>
                </a:gs>
                <a:gs pos="66000">
                  <a:srgbClr val="F7F7F7">
                    <a:alpha val="0"/>
                  </a:srgbClr>
                </a:gs>
                <a:gs pos="100000">
                  <a:srgbClr val="F7F7F7">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24"/>
            <p:cNvSpPr/>
            <p:nvPr/>
          </p:nvSpPr>
          <p:spPr>
            <a:xfrm rot="10371525">
              <a:off x="263767" y="4438254"/>
              <a:ext cx="3299407" cy="440924"/>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24"/>
            <p:cNvSpPr/>
            <p:nvPr/>
          </p:nvSpPr>
          <p:spPr>
            <a:xfrm rot="10800000">
              <a:off x="459506" y="321130"/>
              <a:ext cx="11277600" cy="4533900"/>
            </a:xfrm>
            <a:custGeom>
              <a:rect b="b" l="l" r="r" t="t"/>
              <a:pathLst>
                <a:path extrusionOk="0" h="2856" w="7104">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lt1"/>
            </a:solidFill>
            <a:ln>
              <a:noFill/>
            </a:ln>
          </p:spPr>
        </p:sp>
        <p:sp>
          <p:nvSpPr>
            <p:cNvPr id="135" name="Google Shape;135;p24"/>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136" name="Google Shape;136;p24"/>
          <p:cNvSpPr txBox="1"/>
          <p:nvPr>
            <p:ph type="title"/>
          </p:nvPr>
        </p:nvSpPr>
        <p:spPr>
          <a:xfrm>
            <a:off x="1154956" y="4966674"/>
            <a:ext cx="8825657"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2"/>
              </a:buClr>
              <a:buSzPts val="2400"/>
              <a:buFont typeface="Century Gothic"/>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7" name="Google Shape;137;p24"/>
          <p:cNvSpPr/>
          <p:nvPr>
            <p:ph idx="2" type="pic"/>
          </p:nvPr>
        </p:nvSpPr>
        <p:spPr>
          <a:xfrm>
            <a:off x="1154955" y="685800"/>
            <a:ext cx="8825658" cy="3429000"/>
          </a:xfrm>
          <a:prstGeom prst="roundRect">
            <a:avLst>
              <a:gd fmla="val 1858" name="adj"/>
            </a:avLst>
          </a:prstGeom>
          <a:noFill/>
          <a:ln>
            <a:noFill/>
          </a:ln>
          <a:effectLst>
            <a:outerShdw blurRad="50800" rotWithShape="0" algn="tl" dir="5400000" dist="50800">
              <a:srgbClr val="000000">
                <a:alpha val="42745"/>
              </a:srgbClr>
            </a:outerShdw>
          </a:effectLst>
        </p:spPr>
      </p:sp>
      <p:sp>
        <p:nvSpPr>
          <p:cNvPr id="138" name="Google Shape;138;p24"/>
          <p:cNvSpPr txBox="1"/>
          <p:nvPr>
            <p:ph idx="1" type="body"/>
          </p:nvPr>
        </p:nvSpPr>
        <p:spPr>
          <a:xfrm>
            <a:off x="1154956" y="5536665"/>
            <a:ext cx="8825656" cy="493712"/>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960"/>
              <a:buNone/>
              <a:defRPr sz="1200">
                <a:solidFill>
                  <a:schemeClr val="accent1"/>
                </a:solidFill>
              </a:defRPr>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139" name="Google Shape;139;p24"/>
          <p:cNvSpPr txBox="1"/>
          <p:nvPr>
            <p:ph idx="10" type="dt"/>
          </p:nvPr>
        </p:nvSpPr>
        <p:spPr>
          <a:xfrm>
            <a:off x="10650938" y="6394061"/>
            <a:ext cx="990599" cy="304799"/>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0" name="Google Shape;140;p24"/>
          <p:cNvSpPr txBox="1"/>
          <p:nvPr>
            <p:ph idx="11" type="ftr"/>
          </p:nvPr>
        </p:nvSpPr>
        <p:spPr>
          <a:xfrm>
            <a:off x="528358" y="6391838"/>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 name="Google Shape;141;p24"/>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24"/>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showMasterSp="0">
  <p:cSld name="Title and Caption">
    <p:spTree>
      <p:nvGrpSpPr>
        <p:cNvPr id="143" name="Shape 143"/>
        <p:cNvGrpSpPr/>
        <p:nvPr/>
      </p:nvGrpSpPr>
      <p:grpSpPr>
        <a:xfrm>
          <a:off x="0" y="0"/>
          <a:ext cx="0" cy="0"/>
          <a:chOff x="0" y="0"/>
          <a:chExt cx="0" cy="0"/>
        </a:xfrm>
      </p:grpSpPr>
      <p:grpSp>
        <p:nvGrpSpPr>
          <p:cNvPr id="144" name="Google Shape;144;p25"/>
          <p:cNvGrpSpPr/>
          <p:nvPr/>
        </p:nvGrpSpPr>
        <p:grpSpPr>
          <a:xfrm>
            <a:off x="0" y="-2373"/>
            <a:ext cx="12192000" cy="6867027"/>
            <a:chOff x="0" y="-2373"/>
            <a:chExt cx="12192000" cy="6867027"/>
          </a:xfrm>
        </p:grpSpPr>
        <p:sp>
          <p:nvSpPr>
            <p:cNvPr id="145" name="Google Shape;145;p25"/>
            <p:cNvSpPr/>
            <p:nvPr/>
          </p:nvSpPr>
          <p:spPr>
            <a:xfrm>
              <a:off x="0" y="0"/>
              <a:ext cx="12192000" cy="6858000"/>
            </a:xfrm>
            <a:prstGeom prst="rect">
              <a:avLst/>
            </a:prstGeom>
            <a:blipFill rotWithShape="1">
              <a:blip r:embed="rId2">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25"/>
            <p:cNvSpPr/>
            <p:nvPr/>
          </p:nvSpPr>
          <p:spPr>
            <a:xfrm>
              <a:off x="3220" y="2667000"/>
              <a:ext cx="4191000" cy="4191000"/>
            </a:xfrm>
            <a:prstGeom prst="ellipse">
              <a:avLst/>
            </a:prstGeom>
            <a:gradFill>
              <a:gsLst>
                <a:gs pos="0">
                  <a:srgbClr val="F7F7F7">
                    <a:alpha val="10980"/>
                  </a:srgbClr>
                </a:gs>
                <a:gs pos="36000">
                  <a:srgbClr val="F7F7F7">
                    <a:alpha val="9803"/>
                  </a:srgbClr>
                </a:gs>
                <a:gs pos="75000">
                  <a:srgbClr val="F7F7F7">
                    <a:alpha val="0"/>
                  </a:srgbClr>
                </a:gs>
                <a:gs pos="100000">
                  <a:srgbClr val="F7F7F7">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25"/>
            <p:cNvSpPr/>
            <p:nvPr/>
          </p:nvSpPr>
          <p:spPr>
            <a:xfrm>
              <a:off x="1750" y="2895600"/>
              <a:ext cx="2362200" cy="2362200"/>
            </a:xfrm>
            <a:prstGeom prst="ellipse">
              <a:avLst/>
            </a:prstGeom>
            <a:gradFill>
              <a:gsLst>
                <a:gs pos="0">
                  <a:srgbClr val="F7F7F7">
                    <a:alpha val="7843"/>
                  </a:srgbClr>
                </a:gs>
                <a:gs pos="36000">
                  <a:srgbClr val="F7F7F7">
                    <a:alpha val="7843"/>
                  </a:srgbClr>
                </a:gs>
                <a:gs pos="72000">
                  <a:srgbClr val="F7F7F7">
                    <a:alpha val="0"/>
                  </a:srgbClr>
                </a:gs>
                <a:gs pos="100000">
                  <a:srgbClr val="F7F7F7">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25"/>
            <p:cNvSpPr/>
            <p:nvPr/>
          </p:nvSpPr>
          <p:spPr>
            <a:xfrm>
              <a:off x="8609012" y="1676400"/>
              <a:ext cx="2819400" cy="2819400"/>
            </a:xfrm>
            <a:prstGeom prst="ellipse">
              <a:avLst/>
            </a:prstGeom>
            <a:gradFill>
              <a:gsLst>
                <a:gs pos="0">
                  <a:srgbClr val="F7F7F7">
                    <a:alpha val="6666"/>
                  </a:srgbClr>
                </a:gs>
                <a:gs pos="36000">
                  <a:srgbClr val="F7F7F7">
                    <a:alpha val="5882"/>
                  </a:srgbClr>
                </a:gs>
                <a:gs pos="69000">
                  <a:srgbClr val="F7F7F7">
                    <a:alpha val="0"/>
                  </a:srgbClr>
                </a:gs>
                <a:gs pos="100000">
                  <a:srgbClr val="F7F7F7">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25"/>
            <p:cNvSpPr/>
            <p:nvPr/>
          </p:nvSpPr>
          <p:spPr>
            <a:xfrm>
              <a:off x="7999412" y="-2373"/>
              <a:ext cx="1600200" cy="1600200"/>
            </a:xfrm>
            <a:prstGeom prst="ellipse">
              <a:avLst/>
            </a:prstGeom>
            <a:gradFill>
              <a:gsLst>
                <a:gs pos="0">
                  <a:srgbClr val="F7F7F7">
                    <a:alpha val="13725"/>
                  </a:srgbClr>
                </a:gs>
                <a:gs pos="36000">
                  <a:srgbClr val="F7F7F7">
                    <a:alpha val="6666"/>
                  </a:srgbClr>
                </a:gs>
                <a:gs pos="73000">
                  <a:srgbClr val="F7F7F7">
                    <a:alpha val="0"/>
                  </a:srgbClr>
                </a:gs>
                <a:gs pos="100000">
                  <a:srgbClr val="F7F7F7">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25"/>
            <p:cNvSpPr/>
            <p:nvPr/>
          </p:nvSpPr>
          <p:spPr>
            <a:xfrm>
              <a:off x="8609012" y="5874054"/>
              <a:ext cx="990600" cy="990600"/>
            </a:xfrm>
            <a:prstGeom prst="ellipse">
              <a:avLst/>
            </a:prstGeom>
            <a:gradFill>
              <a:gsLst>
                <a:gs pos="0">
                  <a:srgbClr val="F7F7F7">
                    <a:alpha val="13725"/>
                  </a:srgbClr>
                </a:gs>
                <a:gs pos="36000">
                  <a:srgbClr val="F7F7F7">
                    <a:alpha val="6666"/>
                  </a:srgbClr>
                </a:gs>
                <a:gs pos="66000">
                  <a:srgbClr val="F7F7F7">
                    <a:alpha val="0"/>
                  </a:srgbClr>
                </a:gs>
                <a:gs pos="100000">
                  <a:srgbClr val="F7F7F7">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25"/>
            <p:cNvSpPr/>
            <p:nvPr/>
          </p:nvSpPr>
          <p:spPr>
            <a:xfrm rot="-589932">
              <a:off x="8490951" y="2714874"/>
              <a:ext cx="3299407" cy="440924"/>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25"/>
            <p:cNvSpPr/>
            <p:nvPr/>
          </p:nvSpPr>
          <p:spPr>
            <a:xfrm>
              <a:off x="455612" y="2801319"/>
              <a:ext cx="11277600" cy="3602637"/>
            </a:xfrm>
            <a:custGeom>
              <a:rect b="b" l="l" r="r" t="t"/>
              <a:pathLst>
                <a:path extrusionOk="0" h="7946" w="10000">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lt1"/>
            </a:solidFill>
            <a:ln>
              <a:noFill/>
            </a:ln>
          </p:spPr>
        </p:sp>
        <p:sp>
          <p:nvSpPr>
            <p:cNvPr id="153" name="Google Shape;153;p25"/>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154" name="Google Shape;154;p25"/>
          <p:cNvSpPr txBox="1"/>
          <p:nvPr>
            <p:ph type="title"/>
          </p:nvPr>
        </p:nvSpPr>
        <p:spPr>
          <a:xfrm>
            <a:off x="1154954" y="1063416"/>
            <a:ext cx="8825659" cy="137975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lt2"/>
              </a:buClr>
              <a:buSzPts val="4000"/>
              <a:buFont typeface="Century Gothic"/>
              <a:buNone/>
              <a:defRPr sz="4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5" name="Google Shape;155;p25"/>
          <p:cNvSpPr txBox="1"/>
          <p:nvPr>
            <p:ph idx="1" type="body"/>
          </p:nvPr>
        </p:nvSpPr>
        <p:spPr>
          <a:xfrm>
            <a:off x="1154954" y="3543300"/>
            <a:ext cx="8825659" cy="2476500"/>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440"/>
              <a:buNone/>
              <a:defRPr sz="18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156" name="Google Shape;156;p25"/>
          <p:cNvSpPr txBox="1"/>
          <p:nvPr>
            <p:ph idx="10" type="dt"/>
          </p:nvPr>
        </p:nvSpPr>
        <p:spPr>
          <a:xfrm>
            <a:off x="10650938" y="6394061"/>
            <a:ext cx="990599" cy="304799"/>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7" name="Google Shape;157;p25"/>
          <p:cNvSpPr txBox="1"/>
          <p:nvPr>
            <p:ph idx="11" type="ftr"/>
          </p:nvPr>
        </p:nvSpPr>
        <p:spPr>
          <a:xfrm>
            <a:off x="528358" y="6391838"/>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8" name="Google Shape;158;p25"/>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25"/>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showMasterSp="0">
  <p:cSld name="Quote with Caption">
    <p:spTree>
      <p:nvGrpSpPr>
        <p:cNvPr id="160" name="Shape 160"/>
        <p:cNvGrpSpPr/>
        <p:nvPr/>
      </p:nvGrpSpPr>
      <p:grpSpPr>
        <a:xfrm>
          <a:off x="0" y="0"/>
          <a:ext cx="0" cy="0"/>
          <a:chOff x="0" y="0"/>
          <a:chExt cx="0" cy="0"/>
        </a:xfrm>
      </p:grpSpPr>
      <p:grpSp>
        <p:nvGrpSpPr>
          <p:cNvPr id="161" name="Google Shape;161;p26"/>
          <p:cNvGrpSpPr/>
          <p:nvPr/>
        </p:nvGrpSpPr>
        <p:grpSpPr>
          <a:xfrm>
            <a:off x="0" y="-2373"/>
            <a:ext cx="12192000" cy="6867027"/>
            <a:chOff x="0" y="-2373"/>
            <a:chExt cx="12192000" cy="6867027"/>
          </a:xfrm>
        </p:grpSpPr>
        <p:sp>
          <p:nvSpPr>
            <p:cNvPr id="162" name="Google Shape;162;p26"/>
            <p:cNvSpPr/>
            <p:nvPr/>
          </p:nvSpPr>
          <p:spPr>
            <a:xfrm>
              <a:off x="0" y="0"/>
              <a:ext cx="12192000" cy="6858000"/>
            </a:xfrm>
            <a:prstGeom prst="rect">
              <a:avLst/>
            </a:prstGeom>
            <a:blipFill rotWithShape="1">
              <a:blip r:embed="rId2">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26"/>
            <p:cNvSpPr/>
            <p:nvPr/>
          </p:nvSpPr>
          <p:spPr>
            <a:xfrm>
              <a:off x="3220" y="2667000"/>
              <a:ext cx="4191000" cy="4191000"/>
            </a:xfrm>
            <a:prstGeom prst="ellipse">
              <a:avLst/>
            </a:prstGeom>
            <a:gradFill>
              <a:gsLst>
                <a:gs pos="0">
                  <a:srgbClr val="F7F7F7">
                    <a:alpha val="10980"/>
                  </a:srgbClr>
                </a:gs>
                <a:gs pos="36000">
                  <a:srgbClr val="F7F7F7">
                    <a:alpha val="9803"/>
                  </a:srgbClr>
                </a:gs>
                <a:gs pos="75000">
                  <a:srgbClr val="F7F7F7">
                    <a:alpha val="0"/>
                  </a:srgbClr>
                </a:gs>
                <a:gs pos="100000">
                  <a:srgbClr val="F7F7F7">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26"/>
            <p:cNvSpPr/>
            <p:nvPr/>
          </p:nvSpPr>
          <p:spPr>
            <a:xfrm>
              <a:off x="1750" y="2895600"/>
              <a:ext cx="2362200" cy="2362200"/>
            </a:xfrm>
            <a:prstGeom prst="ellipse">
              <a:avLst/>
            </a:prstGeom>
            <a:gradFill>
              <a:gsLst>
                <a:gs pos="0">
                  <a:srgbClr val="F7F7F7">
                    <a:alpha val="7843"/>
                  </a:srgbClr>
                </a:gs>
                <a:gs pos="36000">
                  <a:srgbClr val="F7F7F7">
                    <a:alpha val="7843"/>
                  </a:srgbClr>
                </a:gs>
                <a:gs pos="72000">
                  <a:srgbClr val="F7F7F7">
                    <a:alpha val="0"/>
                  </a:srgbClr>
                </a:gs>
                <a:gs pos="100000">
                  <a:srgbClr val="F7F7F7">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26"/>
            <p:cNvSpPr/>
            <p:nvPr/>
          </p:nvSpPr>
          <p:spPr>
            <a:xfrm>
              <a:off x="8609012" y="1676400"/>
              <a:ext cx="2819400" cy="2819400"/>
            </a:xfrm>
            <a:prstGeom prst="ellipse">
              <a:avLst/>
            </a:prstGeom>
            <a:gradFill>
              <a:gsLst>
                <a:gs pos="0">
                  <a:srgbClr val="F7F7F7">
                    <a:alpha val="6666"/>
                  </a:srgbClr>
                </a:gs>
                <a:gs pos="36000">
                  <a:srgbClr val="F7F7F7">
                    <a:alpha val="5882"/>
                  </a:srgbClr>
                </a:gs>
                <a:gs pos="69000">
                  <a:srgbClr val="F7F7F7">
                    <a:alpha val="0"/>
                  </a:srgbClr>
                </a:gs>
                <a:gs pos="100000">
                  <a:srgbClr val="F7F7F7">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26"/>
            <p:cNvSpPr/>
            <p:nvPr/>
          </p:nvSpPr>
          <p:spPr>
            <a:xfrm>
              <a:off x="7999412" y="-2373"/>
              <a:ext cx="1600200" cy="1600200"/>
            </a:xfrm>
            <a:prstGeom prst="ellipse">
              <a:avLst/>
            </a:prstGeom>
            <a:gradFill>
              <a:gsLst>
                <a:gs pos="0">
                  <a:srgbClr val="F7F7F7">
                    <a:alpha val="13725"/>
                  </a:srgbClr>
                </a:gs>
                <a:gs pos="36000">
                  <a:srgbClr val="F7F7F7">
                    <a:alpha val="6666"/>
                  </a:srgbClr>
                </a:gs>
                <a:gs pos="73000">
                  <a:srgbClr val="F7F7F7">
                    <a:alpha val="0"/>
                  </a:srgbClr>
                </a:gs>
                <a:gs pos="100000">
                  <a:srgbClr val="F7F7F7">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26"/>
            <p:cNvSpPr/>
            <p:nvPr/>
          </p:nvSpPr>
          <p:spPr>
            <a:xfrm>
              <a:off x="8609012" y="5874054"/>
              <a:ext cx="990600" cy="990600"/>
            </a:xfrm>
            <a:prstGeom prst="ellipse">
              <a:avLst/>
            </a:prstGeom>
            <a:gradFill>
              <a:gsLst>
                <a:gs pos="0">
                  <a:srgbClr val="F7F7F7">
                    <a:alpha val="13725"/>
                  </a:srgbClr>
                </a:gs>
                <a:gs pos="36000">
                  <a:srgbClr val="F7F7F7">
                    <a:alpha val="6666"/>
                  </a:srgbClr>
                </a:gs>
                <a:gs pos="66000">
                  <a:srgbClr val="F7F7F7">
                    <a:alpha val="0"/>
                  </a:srgbClr>
                </a:gs>
                <a:gs pos="100000">
                  <a:srgbClr val="F7F7F7">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26"/>
            <p:cNvSpPr/>
            <p:nvPr/>
          </p:nvSpPr>
          <p:spPr>
            <a:xfrm rot="-589932">
              <a:off x="8490951" y="4185117"/>
              <a:ext cx="3299407" cy="440924"/>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26"/>
            <p:cNvSpPr/>
            <p:nvPr/>
          </p:nvSpPr>
          <p:spPr>
            <a:xfrm>
              <a:off x="455612" y="4241801"/>
              <a:ext cx="11277600" cy="2337161"/>
            </a:xfrm>
            <a:custGeom>
              <a:rect b="b" l="l" r="r" t="t"/>
              <a:pathLst>
                <a:path extrusionOk="0" h="8000" w="10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lt1"/>
            </a:solidFill>
            <a:ln>
              <a:noFill/>
            </a:ln>
          </p:spPr>
        </p:sp>
        <p:sp>
          <p:nvSpPr>
            <p:cNvPr id="170" name="Google Shape;170;p26"/>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171" name="Google Shape;171;p26"/>
          <p:cNvSpPr txBox="1"/>
          <p:nvPr/>
        </p:nvSpPr>
        <p:spPr>
          <a:xfrm>
            <a:off x="9719438" y="2631815"/>
            <a:ext cx="801912" cy="156966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GB" sz="9600">
                <a:solidFill>
                  <a:schemeClr val="accent1"/>
                </a:solidFill>
                <a:latin typeface="Arial"/>
                <a:ea typeface="Arial"/>
                <a:cs typeface="Arial"/>
                <a:sym typeface="Arial"/>
              </a:rPr>
              <a:t>”</a:t>
            </a:r>
            <a:endParaRPr/>
          </a:p>
        </p:txBody>
      </p:sp>
      <p:sp>
        <p:nvSpPr>
          <p:cNvPr id="172" name="Google Shape;172;p26"/>
          <p:cNvSpPr txBox="1"/>
          <p:nvPr/>
        </p:nvSpPr>
        <p:spPr>
          <a:xfrm>
            <a:off x="898295" y="591093"/>
            <a:ext cx="801912" cy="156966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GB" sz="9600">
                <a:solidFill>
                  <a:schemeClr val="accent1"/>
                </a:solidFill>
                <a:latin typeface="Arial"/>
                <a:ea typeface="Arial"/>
                <a:cs typeface="Arial"/>
                <a:sym typeface="Arial"/>
              </a:rPr>
              <a:t>“</a:t>
            </a:r>
            <a:endParaRPr/>
          </a:p>
        </p:txBody>
      </p:sp>
      <p:sp>
        <p:nvSpPr>
          <p:cNvPr id="173" name="Google Shape;173;p26"/>
          <p:cNvSpPr txBox="1"/>
          <p:nvPr>
            <p:ph type="title"/>
          </p:nvPr>
        </p:nvSpPr>
        <p:spPr>
          <a:xfrm>
            <a:off x="1581878" y="980517"/>
            <a:ext cx="8453906" cy="2698249"/>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lt2"/>
              </a:buClr>
              <a:buSzPts val="4000"/>
              <a:buFont typeface="Century Gothic"/>
              <a:buNone/>
              <a:defRPr sz="4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4" name="Google Shape;174;p26"/>
          <p:cNvSpPr txBox="1"/>
          <p:nvPr>
            <p:ph idx="1" type="body"/>
          </p:nvPr>
        </p:nvSpPr>
        <p:spPr>
          <a:xfrm>
            <a:off x="1945945" y="3678766"/>
            <a:ext cx="7725772" cy="34217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b="0" i="0" sz="1400" cap="small">
                <a:solidFill>
                  <a:schemeClr val="accent1"/>
                </a:solidFill>
                <a:latin typeface="Century Gothic"/>
                <a:ea typeface="Century Gothic"/>
                <a:cs typeface="Century Gothic"/>
                <a:sym typeface="Century Gothic"/>
              </a:defRPr>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175" name="Google Shape;175;p26"/>
          <p:cNvSpPr txBox="1"/>
          <p:nvPr>
            <p:ph idx="2" type="body"/>
          </p:nvPr>
        </p:nvSpPr>
        <p:spPr>
          <a:xfrm>
            <a:off x="1154954" y="4350657"/>
            <a:ext cx="8825659" cy="1676400"/>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440"/>
              <a:buNone/>
              <a:defRPr sz="18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176" name="Google Shape;176;p26"/>
          <p:cNvSpPr txBox="1"/>
          <p:nvPr>
            <p:ph idx="10" type="dt"/>
          </p:nvPr>
        </p:nvSpPr>
        <p:spPr>
          <a:xfrm>
            <a:off x="10650938" y="6394061"/>
            <a:ext cx="990599" cy="304799"/>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7" name="Google Shape;177;p26"/>
          <p:cNvSpPr txBox="1"/>
          <p:nvPr>
            <p:ph idx="11" type="ftr"/>
          </p:nvPr>
        </p:nvSpPr>
        <p:spPr>
          <a:xfrm>
            <a:off x="528358" y="6391838"/>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8" name="Google Shape;178;p26"/>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26"/>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showMasterSp="0">
  <p:cSld name="Name Card">
    <p:spTree>
      <p:nvGrpSpPr>
        <p:cNvPr id="180" name="Shape 180"/>
        <p:cNvGrpSpPr/>
        <p:nvPr/>
      </p:nvGrpSpPr>
      <p:grpSpPr>
        <a:xfrm>
          <a:off x="0" y="0"/>
          <a:ext cx="0" cy="0"/>
          <a:chOff x="0" y="0"/>
          <a:chExt cx="0" cy="0"/>
        </a:xfrm>
      </p:grpSpPr>
      <p:grpSp>
        <p:nvGrpSpPr>
          <p:cNvPr id="181" name="Google Shape;181;p27"/>
          <p:cNvGrpSpPr/>
          <p:nvPr/>
        </p:nvGrpSpPr>
        <p:grpSpPr>
          <a:xfrm>
            <a:off x="0" y="-2373"/>
            <a:ext cx="12192000" cy="6867027"/>
            <a:chOff x="0" y="-2373"/>
            <a:chExt cx="12192000" cy="6867027"/>
          </a:xfrm>
        </p:grpSpPr>
        <p:sp>
          <p:nvSpPr>
            <p:cNvPr id="182" name="Google Shape;182;p27"/>
            <p:cNvSpPr/>
            <p:nvPr/>
          </p:nvSpPr>
          <p:spPr>
            <a:xfrm>
              <a:off x="0" y="0"/>
              <a:ext cx="12192000" cy="6858000"/>
            </a:xfrm>
            <a:prstGeom prst="rect">
              <a:avLst/>
            </a:prstGeom>
            <a:blipFill rotWithShape="1">
              <a:blip r:embed="rId2">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27"/>
            <p:cNvSpPr/>
            <p:nvPr/>
          </p:nvSpPr>
          <p:spPr>
            <a:xfrm>
              <a:off x="3220" y="2667000"/>
              <a:ext cx="4191000" cy="4191000"/>
            </a:xfrm>
            <a:prstGeom prst="ellipse">
              <a:avLst/>
            </a:prstGeom>
            <a:gradFill>
              <a:gsLst>
                <a:gs pos="0">
                  <a:srgbClr val="F7F7F7">
                    <a:alpha val="10980"/>
                  </a:srgbClr>
                </a:gs>
                <a:gs pos="36000">
                  <a:srgbClr val="F7F7F7">
                    <a:alpha val="9803"/>
                  </a:srgbClr>
                </a:gs>
                <a:gs pos="75000">
                  <a:srgbClr val="F7F7F7">
                    <a:alpha val="0"/>
                  </a:srgbClr>
                </a:gs>
                <a:gs pos="100000">
                  <a:srgbClr val="F7F7F7">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27"/>
            <p:cNvSpPr/>
            <p:nvPr/>
          </p:nvSpPr>
          <p:spPr>
            <a:xfrm>
              <a:off x="1750" y="2895600"/>
              <a:ext cx="2362200" cy="2362200"/>
            </a:xfrm>
            <a:prstGeom prst="ellipse">
              <a:avLst/>
            </a:prstGeom>
            <a:gradFill>
              <a:gsLst>
                <a:gs pos="0">
                  <a:srgbClr val="F7F7F7">
                    <a:alpha val="7843"/>
                  </a:srgbClr>
                </a:gs>
                <a:gs pos="36000">
                  <a:srgbClr val="F7F7F7">
                    <a:alpha val="7843"/>
                  </a:srgbClr>
                </a:gs>
                <a:gs pos="72000">
                  <a:srgbClr val="F7F7F7">
                    <a:alpha val="0"/>
                  </a:srgbClr>
                </a:gs>
                <a:gs pos="100000">
                  <a:srgbClr val="F7F7F7">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27"/>
            <p:cNvSpPr/>
            <p:nvPr/>
          </p:nvSpPr>
          <p:spPr>
            <a:xfrm>
              <a:off x="8609012" y="1676400"/>
              <a:ext cx="2819400" cy="2819400"/>
            </a:xfrm>
            <a:prstGeom prst="ellipse">
              <a:avLst/>
            </a:prstGeom>
            <a:gradFill>
              <a:gsLst>
                <a:gs pos="0">
                  <a:srgbClr val="F7F7F7">
                    <a:alpha val="6666"/>
                  </a:srgbClr>
                </a:gs>
                <a:gs pos="36000">
                  <a:srgbClr val="F7F7F7">
                    <a:alpha val="5882"/>
                  </a:srgbClr>
                </a:gs>
                <a:gs pos="69000">
                  <a:srgbClr val="F7F7F7">
                    <a:alpha val="0"/>
                  </a:srgbClr>
                </a:gs>
                <a:gs pos="100000">
                  <a:srgbClr val="F7F7F7">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27"/>
            <p:cNvSpPr/>
            <p:nvPr/>
          </p:nvSpPr>
          <p:spPr>
            <a:xfrm>
              <a:off x="7999412" y="-2373"/>
              <a:ext cx="1600200" cy="1600200"/>
            </a:xfrm>
            <a:prstGeom prst="ellipse">
              <a:avLst/>
            </a:prstGeom>
            <a:gradFill>
              <a:gsLst>
                <a:gs pos="0">
                  <a:srgbClr val="F7F7F7">
                    <a:alpha val="13725"/>
                  </a:srgbClr>
                </a:gs>
                <a:gs pos="36000">
                  <a:srgbClr val="F7F7F7">
                    <a:alpha val="6666"/>
                  </a:srgbClr>
                </a:gs>
                <a:gs pos="73000">
                  <a:srgbClr val="F7F7F7">
                    <a:alpha val="0"/>
                  </a:srgbClr>
                </a:gs>
                <a:gs pos="100000">
                  <a:srgbClr val="F7F7F7">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27"/>
            <p:cNvSpPr/>
            <p:nvPr/>
          </p:nvSpPr>
          <p:spPr>
            <a:xfrm>
              <a:off x="8609012" y="5874054"/>
              <a:ext cx="990600" cy="990600"/>
            </a:xfrm>
            <a:prstGeom prst="ellipse">
              <a:avLst/>
            </a:prstGeom>
            <a:gradFill>
              <a:gsLst>
                <a:gs pos="0">
                  <a:srgbClr val="F7F7F7">
                    <a:alpha val="13725"/>
                  </a:srgbClr>
                </a:gs>
                <a:gs pos="36000">
                  <a:srgbClr val="F7F7F7">
                    <a:alpha val="6666"/>
                  </a:srgbClr>
                </a:gs>
                <a:gs pos="66000">
                  <a:srgbClr val="F7F7F7">
                    <a:alpha val="0"/>
                  </a:srgbClr>
                </a:gs>
                <a:gs pos="100000">
                  <a:srgbClr val="F7F7F7">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27"/>
            <p:cNvSpPr/>
            <p:nvPr/>
          </p:nvSpPr>
          <p:spPr>
            <a:xfrm rot="-589932">
              <a:off x="8490951" y="4193583"/>
              <a:ext cx="3299407" cy="440924"/>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27"/>
            <p:cNvSpPr/>
            <p:nvPr/>
          </p:nvSpPr>
          <p:spPr>
            <a:xfrm>
              <a:off x="455612" y="4241801"/>
              <a:ext cx="11277600" cy="2337161"/>
            </a:xfrm>
            <a:custGeom>
              <a:rect b="b" l="l" r="r" t="t"/>
              <a:pathLst>
                <a:path extrusionOk="0" h="8000" w="10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lt1"/>
            </a:solidFill>
            <a:ln>
              <a:noFill/>
            </a:ln>
          </p:spPr>
        </p:sp>
        <p:sp>
          <p:nvSpPr>
            <p:cNvPr id="190" name="Google Shape;190;p27"/>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191" name="Google Shape;191;p27"/>
          <p:cNvSpPr txBox="1"/>
          <p:nvPr>
            <p:ph type="title"/>
          </p:nvPr>
        </p:nvSpPr>
        <p:spPr>
          <a:xfrm>
            <a:off x="1154954" y="2370667"/>
            <a:ext cx="8825660" cy="1822514"/>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lt2"/>
              </a:buClr>
              <a:buSzPts val="4000"/>
              <a:buFont typeface="Century Gothic"/>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2" name="Google Shape;192;p27"/>
          <p:cNvSpPr txBox="1"/>
          <p:nvPr>
            <p:ph idx="1" type="body"/>
          </p:nvPr>
        </p:nvSpPr>
        <p:spPr>
          <a:xfrm>
            <a:off x="1154954" y="5033068"/>
            <a:ext cx="8825659" cy="8604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600"/>
              <a:buNone/>
              <a:defRPr sz="2000" cap="none">
                <a:solidFill>
                  <a:schemeClr val="accent1"/>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93" name="Google Shape;193;p27"/>
          <p:cNvSpPr txBox="1"/>
          <p:nvPr>
            <p:ph idx="10" type="dt"/>
          </p:nvPr>
        </p:nvSpPr>
        <p:spPr>
          <a:xfrm>
            <a:off x="10650938" y="6394061"/>
            <a:ext cx="990599" cy="304799"/>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4" name="Google Shape;194;p27"/>
          <p:cNvSpPr txBox="1"/>
          <p:nvPr>
            <p:ph idx="11" type="ftr"/>
          </p:nvPr>
        </p:nvSpPr>
        <p:spPr>
          <a:xfrm>
            <a:off x="528358" y="6391838"/>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5" name="Google Shape;195;p27"/>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27"/>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
  <p:cSld name="3 Column">
    <p:spTree>
      <p:nvGrpSpPr>
        <p:cNvPr id="197" name="Shape 197"/>
        <p:cNvGrpSpPr/>
        <p:nvPr/>
      </p:nvGrpSpPr>
      <p:grpSpPr>
        <a:xfrm>
          <a:off x="0" y="0"/>
          <a:ext cx="0" cy="0"/>
          <a:chOff x="0" y="0"/>
          <a:chExt cx="0" cy="0"/>
        </a:xfrm>
      </p:grpSpPr>
      <p:sp>
        <p:nvSpPr>
          <p:cNvPr id="198" name="Google Shape;198;p28"/>
          <p:cNvSpPr txBox="1"/>
          <p:nvPr>
            <p:ph type="title"/>
          </p:nvPr>
        </p:nvSpPr>
        <p:spPr>
          <a:xfrm>
            <a:off x="1154953" y="973668"/>
            <a:ext cx="8761413" cy="70696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lt2"/>
              </a:buClr>
              <a:buSzPts val="3600"/>
              <a:buFont typeface="Century Gothic"/>
              <a:buNone/>
              <a:defRPr sz="36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9" name="Google Shape;199;p28"/>
          <p:cNvSpPr txBox="1"/>
          <p:nvPr>
            <p:ph idx="1" type="body"/>
          </p:nvPr>
        </p:nvSpPr>
        <p:spPr>
          <a:xfrm>
            <a:off x="1154954" y="2617299"/>
            <a:ext cx="3129168"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chemeClr val="accent1"/>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200" name="Google Shape;200;p28"/>
          <p:cNvSpPr txBox="1"/>
          <p:nvPr>
            <p:ph idx="2" type="body"/>
          </p:nvPr>
        </p:nvSpPr>
        <p:spPr>
          <a:xfrm>
            <a:off x="1154954" y="3193561"/>
            <a:ext cx="3129168" cy="2833496"/>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201" name="Google Shape;201;p28"/>
          <p:cNvSpPr txBox="1"/>
          <p:nvPr>
            <p:ph idx="3" type="body"/>
          </p:nvPr>
        </p:nvSpPr>
        <p:spPr>
          <a:xfrm>
            <a:off x="4512721" y="2603502"/>
            <a:ext cx="3145380"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chemeClr val="accent1"/>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202" name="Google Shape;202;p28"/>
          <p:cNvSpPr txBox="1"/>
          <p:nvPr>
            <p:ph idx="4" type="body"/>
          </p:nvPr>
        </p:nvSpPr>
        <p:spPr>
          <a:xfrm>
            <a:off x="4512721" y="3193561"/>
            <a:ext cx="3145380" cy="2833495"/>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203" name="Google Shape;203;p28"/>
          <p:cNvSpPr txBox="1"/>
          <p:nvPr>
            <p:ph idx="5" type="body"/>
          </p:nvPr>
        </p:nvSpPr>
        <p:spPr>
          <a:xfrm>
            <a:off x="7886700" y="2617299"/>
            <a:ext cx="3161029" cy="576261"/>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chemeClr val="accent1"/>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204" name="Google Shape;204;p28"/>
          <p:cNvSpPr txBox="1"/>
          <p:nvPr>
            <p:ph idx="6" type="body"/>
          </p:nvPr>
        </p:nvSpPr>
        <p:spPr>
          <a:xfrm>
            <a:off x="7886700" y="3193561"/>
            <a:ext cx="3164719" cy="2833493"/>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cxnSp>
        <p:nvCxnSpPr>
          <p:cNvPr id="205" name="Google Shape;205;p28"/>
          <p:cNvCxnSpPr/>
          <p:nvPr/>
        </p:nvCxnSpPr>
        <p:spPr>
          <a:xfrm>
            <a:off x="4403971" y="2569633"/>
            <a:ext cx="0" cy="3492499"/>
          </a:xfrm>
          <a:prstGeom prst="straightConnector1">
            <a:avLst/>
          </a:prstGeom>
          <a:noFill/>
          <a:ln cap="flat" cmpd="sng" w="12700">
            <a:solidFill>
              <a:schemeClr val="accent1">
                <a:alpha val="40784"/>
              </a:schemeClr>
            </a:solidFill>
            <a:prstDash val="solid"/>
            <a:round/>
            <a:headEnd len="sm" w="sm" type="none"/>
            <a:tailEnd len="sm" w="sm" type="none"/>
          </a:ln>
        </p:spPr>
      </p:cxnSp>
      <p:cxnSp>
        <p:nvCxnSpPr>
          <p:cNvPr id="206" name="Google Shape;206;p28"/>
          <p:cNvCxnSpPr/>
          <p:nvPr/>
        </p:nvCxnSpPr>
        <p:spPr>
          <a:xfrm>
            <a:off x="7772401" y="2569633"/>
            <a:ext cx="0" cy="3492499"/>
          </a:xfrm>
          <a:prstGeom prst="straightConnector1">
            <a:avLst/>
          </a:prstGeom>
          <a:noFill/>
          <a:ln cap="flat" cmpd="sng" w="12700">
            <a:solidFill>
              <a:schemeClr val="accent1">
                <a:alpha val="40784"/>
              </a:schemeClr>
            </a:solidFill>
            <a:prstDash val="solid"/>
            <a:round/>
            <a:headEnd len="sm" w="sm" type="none"/>
            <a:tailEnd len="sm" w="sm" type="none"/>
          </a:ln>
        </p:spPr>
      </p:cxnSp>
      <p:sp>
        <p:nvSpPr>
          <p:cNvPr id="207" name="Google Shape;207;p28"/>
          <p:cNvSpPr txBox="1"/>
          <p:nvPr>
            <p:ph idx="10" type="dt"/>
          </p:nvPr>
        </p:nvSpPr>
        <p:spPr>
          <a:xfrm>
            <a:off x="10650938" y="6394061"/>
            <a:ext cx="990599" cy="304799"/>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8" name="Google Shape;208;p28"/>
          <p:cNvSpPr txBox="1"/>
          <p:nvPr>
            <p:ph idx="11" type="ftr"/>
          </p:nvPr>
        </p:nvSpPr>
        <p:spPr>
          <a:xfrm>
            <a:off x="528358" y="6391838"/>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9" name="Google Shape;209;p28"/>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Picture Column">
  <p:cSld name="3 Picture Column">
    <p:spTree>
      <p:nvGrpSpPr>
        <p:cNvPr id="210" name="Shape 210"/>
        <p:cNvGrpSpPr/>
        <p:nvPr/>
      </p:nvGrpSpPr>
      <p:grpSpPr>
        <a:xfrm>
          <a:off x="0" y="0"/>
          <a:ext cx="0" cy="0"/>
          <a:chOff x="0" y="0"/>
          <a:chExt cx="0" cy="0"/>
        </a:xfrm>
      </p:grpSpPr>
      <p:sp>
        <p:nvSpPr>
          <p:cNvPr id="211" name="Google Shape;211;p29"/>
          <p:cNvSpPr txBox="1"/>
          <p:nvPr>
            <p:ph type="title"/>
          </p:nvPr>
        </p:nvSpPr>
        <p:spPr>
          <a:xfrm>
            <a:off x="1154953" y="973668"/>
            <a:ext cx="8761413" cy="70696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lt2"/>
              </a:buClr>
              <a:buSzPts val="3600"/>
              <a:buFont typeface="Century Gothic"/>
              <a:buNone/>
              <a:defRPr sz="36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2" name="Google Shape;212;p29"/>
          <p:cNvSpPr txBox="1"/>
          <p:nvPr>
            <p:ph idx="1" type="body"/>
          </p:nvPr>
        </p:nvSpPr>
        <p:spPr>
          <a:xfrm>
            <a:off x="1154952" y="4532845"/>
            <a:ext cx="3050439"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chemeClr val="accent1"/>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213" name="Google Shape;213;p29"/>
          <p:cNvSpPr/>
          <p:nvPr>
            <p:ph idx="2" type="pic"/>
          </p:nvPr>
        </p:nvSpPr>
        <p:spPr>
          <a:xfrm>
            <a:off x="1334552" y="2603500"/>
            <a:ext cx="2691242" cy="1591510"/>
          </a:xfrm>
          <a:prstGeom prst="roundRect">
            <a:avLst>
              <a:gd fmla="val 1858" name="adj"/>
            </a:avLst>
          </a:prstGeom>
          <a:noFill/>
          <a:ln>
            <a:noFill/>
          </a:ln>
          <a:effectLst>
            <a:outerShdw blurRad="50800" rotWithShape="0" algn="tl" dir="5400000" dist="50800">
              <a:srgbClr val="000000">
                <a:alpha val="42745"/>
              </a:srgbClr>
            </a:outerShdw>
          </a:effectLst>
        </p:spPr>
      </p:sp>
      <p:sp>
        <p:nvSpPr>
          <p:cNvPr id="214" name="Google Shape;214;p29"/>
          <p:cNvSpPr txBox="1"/>
          <p:nvPr>
            <p:ph idx="3" type="body"/>
          </p:nvPr>
        </p:nvSpPr>
        <p:spPr>
          <a:xfrm>
            <a:off x="1154953" y="5109107"/>
            <a:ext cx="3050437" cy="917949"/>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215" name="Google Shape;215;p29"/>
          <p:cNvSpPr txBox="1"/>
          <p:nvPr>
            <p:ph idx="4" type="body"/>
          </p:nvPr>
        </p:nvSpPr>
        <p:spPr>
          <a:xfrm>
            <a:off x="4572537" y="4532846"/>
            <a:ext cx="3046766" cy="651156"/>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chemeClr val="accent1"/>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216" name="Google Shape;216;p29"/>
          <p:cNvSpPr/>
          <p:nvPr>
            <p:ph idx="5" type="pic"/>
          </p:nvPr>
        </p:nvSpPr>
        <p:spPr>
          <a:xfrm>
            <a:off x="4748463" y="2603500"/>
            <a:ext cx="2691241" cy="1591510"/>
          </a:xfrm>
          <a:prstGeom prst="roundRect">
            <a:avLst>
              <a:gd fmla="val 1858" name="adj"/>
            </a:avLst>
          </a:prstGeom>
          <a:noFill/>
          <a:ln>
            <a:noFill/>
          </a:ln>
          <a:effectLst>
            <a:outerShdw blurRad="50800" rotWithShape="0" algn="tl" dir="5400000" dist="50800">
              <a:srgbClr val="000000">
                <a:alpha val="42745"/>
              </a:srgbClr>
            </a:outerShdw>
          </a:effectLst>
        </p:spPr>
      </p:sp>
      <p:sp>
        <p:nvSpPr>
          <p:cNvPr id="217" name="Google Shape;217;p29"/>
          <p:cNvSpPr txBox="1"/>
          <p:nvPr>
            <p:ph idx="6" type="body"/>
          </p:nvPr>
        </p:nvSpPr>
        <p:spPr>
          <a:xfrm>
            <a:off x="4568865" y="5184002"/>
            <a:ext cx="3050438" cy="843056"/>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218" name="Google Shape;218;p29"/>
          <p:cNvSpPr txBox="1"/>
          <p:nvPr>
            <p:ph idx="7" type="body"/>
          </p:nvPr>
        </p:nvSpPr>
        <p:spPr>
          <a:xfrm>
            <a:off x="7983434" y="4532847"/>
            <a:ext cx="3050438" cy="651154"/>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chemeClr val="accent1"/>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219" name="Google Shape;219;p29"/>
          <p:cNvSpPr/>
          <p:nvPr>
            <p:ph idx="8" type="pic"/>
          </p:nvPr>
        </p:nvSpPr>
        <p:spPr>
          <a:xfrm>
            <a:off x="8163031" y="2603500"/>
            <a:ext cx="2691242" cy="1591510"/>
          </a:xfrm>
          <a:prstGeom prst="roundRect">
            <a:avLst>
              <a:gd fmla="val 1858" name="adj"/>
            </a:avLst>
          </a:prstGeom>
          <a:noFill/>
          <a:ln>
            <a:noFill/>
          </a:ln>
          <a:effectLst>
            <a:outerShdw blurRad="50800" rotWithShape="0" algn="tl" dir="5400000" dist="50800">
              <a:srgbClr val="000000">
                <a:alpha val="42745"/>
              </a:srgbClr>
            </a:outerShdw>
          </a:effectLst>
        </p:spPr>
      </p:sp>
      <p:sp>
        <p:nvSpPr>
          <p:cNvPr id="220" name="Google Shape;220;p29"/>
          <p:cNvSpPr txBox="1"/>
          <p:nvPr>
            <p:ph idx="9" type="body"/>
          </p:nvPr>
        </p:nvSpPr>
        <p:spPr>
          <a:xfrm>
            <a:off x="7983434" y="5184001"/>
            <a:ext cx="3050437" cy="84305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cxnSp>
        <p:nvCxnSpPr>
          <p:cNvPr id="221" name="Google Shape;221;p29"/>
          <p:cNvCxnSpPr/>
          <p:nvPr/>
        </p:nvCxnSpPr>
        <p:spPr>
          <a:xfrm>
            <a:off x="4388153" y="2603500"/>
            <a:ext cx="0" cy="3517594"/>
          </a:xfrm>
          <a:prstGeom prst="straightConnector1">
            <a:avLst/>
          </a:prstGeom>
          <a:noFill/>
          <a:ln cap="flat" cmpd="sng" w="12700">
            <a:solidFill>
              <a:schemeClr val="accent1">
                <a:alpha val="40000"/>
              </a:schemeClr>
            </a:solidFill>
            <a:prstDash val="solid"/>
            <a:round/>
            <a:headEnd len="sm" w="sm" type="none"/>
            <a:tailEnd len="sm" w="sm" type="none"/>
          </a:ln>
        </p:spPr>
      </p:cxnSp>
      <p:cxnSp>
        <p:nvCxnSpPr>
          <p:cNvPr id="222" name="Google Shape;222;p29"/>
          <p:cNvCxnSpPr/>
          <p:nvPr/>
        </p:nvCxnSpPr>
        <p:spPr>
          <a:xfrm>
            <a:off x="7801905" y="2603500"/>
            <a:ext cx="0" cy="3492500"/>
          </a:xfrm>
          <a:prstGeom prst="straightConnector1">
            <a:avLst/>
          </a:prstGeom>
          <a:noFill/>
          <a:ln cap="flat" cmpd="sng" w="12700">
            <a:solidFill>
              <a:schemeClr val="accent1">
                <a:alpha val="40000"/>
              </a:schemeClr>
            </a:solidFill>
            <a:prstDash val="solid"/>
            <a:round/>
            <a:headEnd len="sm" w="sm" type="none"/>
            <a:tailEnd len="sm" w="sm" type="none"/>
          </a:ln>
        </p:spPr>
      </p:cxnSp>
      <p:sp>
        <p:nvSpPr>
          <p:cNvPr id="223" name="Google Shape;223;p29"/>
          <p:cNvSpPr txBox="1"/>
          <p:nvPr>
            <p:ph idx="10" type="dt"/>
          </p:nvPr>
        </p:nvSpPr>
        <p:spPr>
          <a:xfrm>
            <a:off x="10650938" y="6394061"/>
            <a:ext cx="990599" cy="304799"/>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4" name="Google Shape;224;p29"/>
          <p:cNvSpPr txBox="1"/>
          <p:nvPr>
            <p:ph idx="11" type="ftr"/>
          </p:nvPr>
        </p:nvSpPr>
        <p:spPr>
          <a:xfrm>
            <a:off x="528358" y="6391838"/>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5" name="Google Shape;225;p29"/>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26" name="Shape 226"/>
        <p:cNvGrpSpPr/>
        <p:nvPr/>
      </p:nvGrpSpPr>
      <p:grpSpPr>
        <a:xfrm>
          <a:off x="0" y="0"/>
          <a:ext cx="0" cy="0"/>
          <a:chOff x="0" y="0"/>
          <a:chExt cx="0" cy="0"/>
        </a:xfrm>
      </p:grpSpPr>
      <p:sp>
        <p:nvSpPr>
          <p:cNvPr id="227" name="Google Shape;227;p30"/>
          <p:cNvSpPr txBox="1"/>
          <p:nvPr>
            <p:ph type="title"/>
          </p:nvPr>
        </p:nvSpPr>
        <p:spPr>
          <a:xfrm>
            <a:off x="1154953" y="973668"/>
            <a:ext cx="8825660" cy="70696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8" name="Google Shape;228;p30"/>
          <p:cNvSpPr txBox="1"/>
          <p:nvPr>
            <p:ph idx="1" type="body"/>
          </p:nvPr>
        </p:nvSpPr>
        <p:spPr>
          <a:xfrm rot="5400000">
            <a:off x="3827511" y="-69056"/>
            <a:ext cx="3416300" cy="8761412"/>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229" name="Google Shape;229;p30"/>
          <p:cNvSpPr txBox="1"/>
          <p:nvPr>
            <p:ph idx="10" type="dt"/>
          </p:nvPr>
        </p:nvSpPr>
        <p:spPr>
          <a:xfrm>
            <a:off x="10650938" y="6394061"/>
            <a:ext cx="990599" cy="304799"/>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0" name="Google Shape;230;p30"/>
          <p:cNvSpPr txBox="1"/>
          <p:nvPr>
            <p:ph idx="11" type="ftr"/>
          </p:nvPr>
        </p:nvSpPr>
        <p:spPr>
          <a:xfrm>
            <a:off x="528358" y="6391838"/>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1" name="Google Shape;231;p30"/>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232" name="Shape 232"/>
        <p:cNvGrpSpPr/>
        <p:nvPr/>
      </p:nvGrpSpPr>
      <p:grpSpPr>
        <a:xfrm>
          <a:off x="0" y="0"/>
          <a:ext cx="0" cy="0"/>
          <a:chOff x="0" y="0"/>
          <a:chExt cx="0" cy="0"/>
        </a:xfrm>
      </p:grpSpPr>
      <p:grpSp>
        <p:nvGrpSpPr>
          <p:cNvPr id="233" name="Google Shape;233;p31"/>
          <p:cNvGrpSpPr/>
          <p:nvPr/>
        </p:nvGrpSpPr>
        <p:grpSpPr>
          <a:xfrm>
            <a:off x="0" y="-2373"/>
            <a:ext cx="12192000" cy="6867027"/>
            <a:chOff x="0" y="-2373"/>
            <a:chExt cx="12192000" cy="6867027"/>
          </a:xfrm>
        </p:grpSpPr>
        <p:sp>
          <p:nvSpPr>
            <p:cNvPr id="234" name="Google Shape;234;p31"/>
            <p:cNvSpPr/>
            <p:nvPr/>
          </p:nvSpPr>
          <p:spPr>
            <a:xfrm>
              <a:off x="0" y="0"/>
              <a:ext cx="12192000" cy="6858000"/>
            </a:xfrm>
            <a:prstGeom prst="rect">
              <a:avLst/>
            </a:prstGeom>
            <a:blipFill rotWithShape="1">
              <a:blip r:embed="rId2">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31"/>
            <p:cNvSpPr/>
            <p:nvPr/>
          </p:nvSpPr>
          <p:spPr>
            <a:xfrm>
              <a:off x="3220" y="2667000"/>
              <a:ext cx="4191000" cy="4191000"/>
            </a:xfrm>
            <a:prstGeom prst="ellipse">
              <a:avLst/>
            </a:prstGeom>
            <a:gradFill>
              <a:gsLst>
                <a:gs pos="0">
                  <a:srgbClr val="F7F7F7">
                    <a:alpha val="10980"/>
                  </a:srgbClr>
                </a:gs>
                <a:gs pos="36000">
                  <a:srgbClr val="F7F7F7">
                    <a:alpha val="9803"/>
                  </a:srgbClr>
                </a:gs>
                <a:gs pos="75000">
                  <a:srgbClr val="F7F7F7">
                    <a:alpha val="0"/>
                  </a:srgbClr>
                </a:gs>
                <a:gs pos="100000">
                  <a:srgbClr val="F7F7F7">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31"/>
            <p:cNvSpPr/>
            <p:nvPr/>
          </p:nvSpPr>
          <p:spPr>
            <a:xfrm>
              <a:off x="1750" y="2895600"/>
              <a:ext cx="2362200" cy="2362200"/>
            </a:xfrm>
            <a:prstGeom prst="ellipse">
              <a:avLst/>
            </a:prstGeom>
            <a:gradFill>
              <a:gsLst>
                <a:gs pos="0">
                  <a:srgbClr val="F7F7F7">
                    <a:alpha val="7843"/>
                  </a:srgbClr>
                </a:gs>
                <a:gs pos="36000">
                  <a:srgbClr val="F7F7F7">
                    <a:alpha val="7843"/>
                  </a:srgbClr>
                </a:gs>
                <a:gs pos="72000">
                  <a:srgbClr val="F7F7F7">
                    <a:alpha val="0"/>
                  </a:srgbClr>
                </a:gs>
                <a:gs pos="100000">
                  <a:srgbClr val="F7F7F7">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31"/>
            <p:cNvSpPr/>
            <p:nvPr/>
          </p:nvSpPr>
          <p:spPr>
            <a:xfrm>
              <a:off x="8609012" y="1676400"/>
              <a:ext cx="2819400" cy="2819400"/>
            </a:xfrm>
            <a:prstGeom prst="ellipse">
              <a:avLst/>
            </a:prstGeom>
            <a:gradFill>
              <a:gsLst>
                <a:gs pos="0">
                  <a:srgbClr val="F7F7F7">
                    <a:alpha val="6666"/>
                  </a:srgbClr>
                </a:gs>
                <a:gs pos="36000">
                  <a:srgbClr val="F7F7F7">
                    <a:alpha val="5882"/>
                  </a:srgbClr>
                </a:gs>
                <a:gs pos="69000">
                  <a:srgbClr val="F7F7F7">
                    <a:alpha val="0"/>
                  </a:srgbClr>
                </a:gs>
                <a:gs pos="100000">
                  <a:srgbClr val="F7F7F7">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31"/>
            <p:cNvSpPr/>
            <p:nvPr/>
          </p:nvSpPr>
          <p:spPr>
            <a:xfrm>
              <a:off x="7999412" y="-2373"/>
              <a:ext cx="1600200" cy="1600200"/>
            </a:xfrm>
            <a:prstGeom prst="ellipse">
              <a:avLst/>
            </a:prstGeom>
            <a:gradFill>
              <a:gsLst>
                <a:gs pos="0">
                  <a:srgbClr val="F7F7F7">
                    <a:alpha val="13725"/>
                  </a:srgbClr>
                </a:gs>
                <a:gs pos="36000">
                  <a:srgbClr val="F7F7F7">
                    <a:alpha val="6666"/>
                  </a:srgbClr>
                </a:gs>
                <a:gs pos="73000">
                  <a:srgbClr val="F7F7F7">
                    <a:alpha val="0"/>
                  </a:srgbClr>
                </a:gs>
                <a:gs pos="100000">
                  <a:srgbClr val="F7F7F7">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31"/>
            <p:cNvSpPr/>
            <p:nvPr/>
          </p:nvSpPr>
          <p:spPr>
            <a:xfrm>
              <a:off x="8609012" y="5874054"/>
              <a:ext cx="990600" cy="990600"/>
            </a:xfrm>
            <a:prstGeom prst="ellipse">
              <a:avLst/>
            </a:prstGeom>
            <a:gradFill>
              <a:gsLst>
                <a:gs pos="0">
                  <a:srgbClr val="F7F7F7">
                    <a:alpha val="13725"/>
                  </a:srgbClr>
                </a:gs>
                <a:gs pos="36000">
                  <a:srgbClr val="F7F7F7">
                    <a:alpha val="6666"/>
                  </a:srgbClr>
                </a:gs>
                <a:gs pos="66000">
                  <a:srgbClr val="F7F7F7">
                    <a:alpha val="0"/>
                  </a:srgbClr>
                </a:gs>
                <a:gs pos="100000">
                  <a:srgbClr val="F7F7F7">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31"/>
            <p:cNvSpPr/>
            <p:nvPr/>
          </p:nvSpPr>
          <p:spPr>
            <a:xfrm rot="5101749">
              <a:off x="6294738" y="4577737"/>
              <a:ext cx="3299407" cy="440924"/>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31"/>
            <p:cNvSpPr/>
            <p:nvPr/>
          </p:nvSpPr>
          <p:spPr>
            <a:xfrm>
              <a:off x="414867" y="402165"/>
              <a:ext cx="6510866" cy="605367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31"/>
            <p:cNvSpPr/>
            <p:nvPr/>
          </p:nvSpPr>
          <p:spPr>
            <a:xfrm rot="5400000">
              <a:off x="4449232" y="2801721"/>
              <a:ext cx="6053670" cy="1254558"/>
            </a:xfrm>
            <a:custGeom>
              <a:rect b="b" l="l" r="r" t="t"/>
              <a:pathLst>
                <a:path extrusionOk="0" h="8000" w="10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lt1"/>
            </a:solidFill>
            <a:ln>
              <a:noFill/>
            </a:ln>
          </p:spPr>
        </p:sp>
        <p:sp>
          <p:nvSpPr>
            <p:cNvPr id="243" name="Google Shape;243;p31"/>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244" name="Google Shape;244;p31"/>
          <p:cNvSpPr txBox="1"/>
          <p:nvPr>
            <p:ph type="title"/>
          </p:nvPr>
        </p:nvSpPr>
        <p:spPr>
          <a:xfrm rot="5400000">
            <a:off x="6909428" y="2945796"/>
            <a:ext cx="4748589" cy="1413933"/>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5" name="Google Shape;245;p31"/>
          <p:cNvSpPr txBox="1"/>
          <p:nvPr>
            <p:ph idx="1" type="body"/>
          </p:nvPr>
        </p:nvSpPr>
        <p:spPr>
          <a:xfrm rot="5400000">
            <a:off x="1904432" y="528990"/>
            <a:ext cx="4748590" cy="6247546"/>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246" name="Google Shape;246;p31"/>
          <p:cNvSpPr txBox="1"/>
          <p:nvPr>
            <p:ph idx="10" type="dt"/>
          </p:nvPr>
        </p:nvSpPr>
        <p:spPr>
          <a:xfrm>
            <a:off x="10650938" y="6394061"/>
            <a:ext cx="990599" cy="304799"/>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7" name="Google Shape;247;p31"/>
          <p:cNvSpPr txBox="1"/>
          <p:nvPr>
            <p:ph idx="11" type="ftr"/>
          </p:nvPr>
        </p:nvSpPr>
        <p:spPr>
          <a:xfrm>
            <a:off x="528358" y="6391838"/>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8" name="Google Shape;248;p31"/>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31"/>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theme" Target="../theme/theme2.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grpSp>
        <p:nvGrpSpPr>
          <p:cNvPr id="6" name="Google Shape;6;p14"/>
          <p:cNvGrpSpPr/>
          <p:nvPr/>
        </p:nvGrpSpPr>
        <p:grpSpPr>
          <a:xfrm>
            <a:off x="0" y="-2373"/>
            <a:ext cx="12192000" cy="6867027"/>
            <a:chOff x="0" y="-2373"/>
            <a:chExt cx="12192000" cy="6867027"/>
          </a:xfrm>
        </p:grpSpPr>
        <p:sp>
          <p:nvSpPr>
            <p:cNvPr id="7" name="Google Shape;7;p14"/>
            <p:cNvSpPr/>
            <p:nvPr/>
          </p:nvSpPr>
          <p:spPr>
            <a:xfrm>
              <a:off x="0" y="0"/>
              <a:ext cx="12192000" cy="6858000"/>
            </a:xfrm>
            <a:prstGeom prst="rect">
              <a:avLst/>
            </a:prstGeom>
            <a:blipFill rotWithShape="1">
              <a:blip r:embed="rId1">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 name="Google Shape;8;p14"/>
            <p:cNvSpPr/>
            <p:nvPr/>
          </p:nvSpPr>
          <p:spPr>
            <a:xfrm>
              <a:off x="3220" y="2667000"/>
              <a:ext cx="4191000" cy="4191000"/>
            </a:xfrm>
            <a:prstGeom prst="ellipse">
              <a:avLst/>
            </a:prstGeom>
            <a:gradFill>
              <a:gsLst>
                <a:gs pos="0">
                  <a:srgbClr val="F7F7F7">
                    <a:alpha val="10980"/>
                  </a:srgbClr>
                </a:gs>
                <a:gs pos="36000">
                  <a:srgbClr val="F7F7F7">
                    <a:alpha val="9803"/>
                  </a:srgbClr>
                </a:gs>
                <a:gs pos="75000">
                  <a:srgbClr val="F7F7F7">
                    <a:alpha val="0"/>
                  </a:srgbClr>
                </a:gs>
                <a:gs pos="100000">
                  <a:srgbClr val="F7F7F7">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 name="Google Shape;9;p14"/>
            <p:cNvSpPr/>
            <p:nvPr/>
          </p:nvSpPr>
          <p:spPr>
            <a:xfrm>
              <a:off x="1750" y="2895600"/>
              <a:ext cx="2362200" cy="2362200"/>
            </a:xfrm>
            <a:prstGeom prst="ellipse">
              <a:avLst/>
            </a:prstGeom>
            <a:gradFill>
              <a:gsLst>
                <a:gs pos="0">
                  <a:srgbClr val="F7F7F7">
                    <a:alpha val="7843"/>
                  </a:srgbClr>
                </a:gs>
                <a:gs pos="36000">
                  <a:srgbClr val="F7F7F7">
                    <a:alpha val="7843"/>
                  </a:srgbClr>
                </a:gs>
                <a:gs pos="72000">
                  <a:srgbClr val="F7F7F7">
                    <a:alpha val="0"/>
                  </a:srgbClr>
                </a:gs>
                <a:gs pos="100000">
                  <a:srgbClr val="F7F7F7">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 name="Google Shape;10;p14"/>
            <p:cNvSpPr/>
            <p:nvPr/>
          </p:nvSpPr>
          <p:spPr>
            <a:xfrm>
              <a:off x="8609012" y="1676400"/>
              <a:ext cx="2819400" cy="2819400"/>
            </a:xfrm>
            <a:prstGeom prst="ellipse">
              <a:avLst/>
            </a:prstGeom>
            <a:gradFill>
              <a:gsLst>
                <a:gs pos="0">
                  <a:srgbClr val="F7F7F7">
                    <a:alpha val="6666"/>
                  </a:srgbClr>
                </a:gs>
                <a:gs pos="36000">
                  <a:srgbClr val="F7F7F7">
                    <a:alpha val="5882"/>
                  </a:srgbClr>
                </a:gs>
                <a:gs pos="69000">
                  <a:srgbClr val="F7F7F7">
                    <a:alpha val="0"/>
                  </a:srgbClr>
                </a:gs>
                <a:gs pos="100000">
                  <a:srgbClr val="F7F7F7">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14"/>
            <p:cNvSpPr/>
            <p:nvPr/>
          </p:nvSpPr>
          <p:spPr>
            <a:xfrm>
              <a:off x="7999412" y="-2373"/>
              <a:ext cx="1600200" cy="1600200"/>
            </a:xfrm>
            <a:prstGeom prst="ellipse">
              <a:avLst/>
            </a:prstGeom>
            <a:gradFill>
              <a:gsLst>
                <a:gs pos="0">
                  <a:srgbClr val="F7F7F7">
                    <a:alpha val="13725"/>
                  </a:srgbClr>
                </a:gs>
                <a:gs pos="36000">
                  <a:srgbClr val="F7F7F7">
                    <a:alpha val="6666"/>
                  </a:srgbClr>
                </a:gs>
                <a:gs pos="73000">
                  <a:srgbClr val="F7F7F7">
                    <a:alpha val="0"/>
                  </a:srgbClr>
                </a:gs>
                <a:gs pos="100000">
                  <a:srgbClr val="F7F7F7">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14"/>
            <p:cNvSpPr/>
            <p:nvPr/>
          </p:nvSpPr>
          <p:spPr>
            <a:xfrm>
              <a:off x="8609012" y="5874054"/>
              <a:ext cx="990600" cy="990600"/>
            </a:xfrm>
            <a:prstGeom prst="ellipse">
              <a:avLst/>
            </a:prstGeom>
            <a:gradFill>
              <a:gsLst>
                <a:gs pos="0">
                  <a:srgbClr val="F7F7F7">
                    <a:alpha val="13725"/>
                  </a:srgbClr>
                </a:gs>
                <a:gs pos="36000">
                  <a:srgbClr val="F7F7F7">
                    <a:alpha val="6666"/>
                  </a:srgbClr>
                </a:gs>
                <a:gs pos="66000">
                  <a:srgbClr val="F7F7F7">
                    <a:alpha val="0"/>
                  </a:srgbClr>
                </a:gs>
                <a:gs pos="100000">
                  <a:srgbClr val="F7F7F7">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14"/>
            <p:cNvSpPr/>
            <p:nvPr/>
          </p:nvSpPr>
          <p:spPr>
            <a:xfrm rot="-589932">
              <a:off x="8490951" y="1797517"/>
              <a:ext cx="3299407" cy="440924"/>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14"/>
            <p:cNvSpPr/>
            <p:nvPr/>
          </p:nvSpPr>
          <p:spPr>
            <a:xfrm>
              <a:off x="459506" y="1866405"/>
              <a:ext cx="11277600" cy="4533900"/>
            </a:xfrm>
            <a:custGeom>
              <a:rect b="b" l="l" r="r" t="t"/>
              <a:pathLst>
                <a:path extrusionOk="0" h="2856" w="7104">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lt1"/>
            </a:solidFill>
            <a:ln>
              <a:noFill/>
            </a:ln>
          </p:spPr>
        </p:sp>
        <p:sp>
          <p:nvSpPr>
            <p:cNvPr id="15" name="Google Shape;15;p14"/>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16" name="Google Shape;16;p14"/>
          <p:cNvSpPr txBox="1"/>
          <p:nvPr>
            <p:ph type="title"/>
          </p:nvPr>
        </p:nvSpPr>
        <p:spPr>
          <a:xfrm>
            <a:off x="1154953" y="973668"/>
            <a:ext cx="8761413" cy="706964"/>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Clr>
                <a:schemeClr val="lt2"/>
              </a:buClr>
              <a:buSzPts val="3600"/>
              <a:buFont typeface="Century Gothic"/>
              <a:buNone/>
              <a:defRPr b="0" i="0" sz="3600" u="none" cap="none" strike="noStrike">
                <a:solidFill>
                  <a:schemeClr val="lt2"/>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7" name="Google Shape;17;p14"/>
          <p:cNvSpPr txBox="1"/>
          <p:nvPr>
            <p:ph idx="1" type="body"/>
          </p:nvPr>
        </p:nvSpPr>
        <p:spPr>
          <a:xfrm>
            <a:off x="1154955" y="2603500"/>
            <a:ext cx="8761412" cy="3416300"/>
          </a:xfrm>
          <a:prstGeom prst="rect">
            <a:avLst/>
          </a:prstGeom>
          <a:noFill/>
          <a:ln>
            <a:noFill/>
          </a:ln>
        </p:spPr>
        <p:txBody>
          <a:bodyPr anchorCtr="0" anchor="t" bIns="45700" lIns="91425" spcFirstLastPara="1" rIns="91425" wrap="square" tIns="45700">
            <a:normAutofit/>
          </a:bodyPr>
          <a:lstStyle>
            <a:lvl1pPr indent="-320040" lvl="0" marL="457200" marR="0" rtl="0" algn="l">
              <a:spcBef>
                <a:spcPts val="1000"/>
              </a:spcBef>
              <a:spcAft>
                <a:spcPts val="0"/>
              </a:spcAft>
              <a:buClr>
                <a:schemeClr val="accent1"/>
              </a:buClr>
              <a:buSzPts val="1440"/>
              <a:buFont typeface="Noto Sans Symbols"/>
              <a:buChar char="►"/>
              <a:defRPr b="0" i="0" sz="1800" u="none" cap="none" strike="noStrike">
                <a:solidFill>
                  <a:srgbClr val="3F3F3F"/>
                </a:solidFill>
                <a:latin typeface="Century Gothic"/>
                <a:ea typeface="Century Gothic"/>
                <a:cs typeface="Century Gothic"/>
                <a:sym typeface="Century Gothic"/>
              </a:defRPr>
            </a:lvl1pPr>
            <a:lvl2pPr indent="-309880" lvl="1" marL="914400" marR="0" rtl="0" algn="l">
              <a:spcBef>
                <a:spcPts val="1000"/>
              </a:spcBef>
              <a:spcAft>
                <a:spcPts val="0"/>
              </a:spcAft>
              <a:buClr>
                <a:schemeClr val="accent1"/>
              </a:buClr>
              <a:buSzPts val="1280"/>
              <a:buFont typeface="Noto Sans Symbols"/>
              <a:buChar char="►"/>
              <a:defRPr b="0" i="0" sz="1600" u="none" cap="none" strike="noStrike">
                <a:solidFill>
                  <a:srgbClr val="3F3F3F"/>
                </a:solidFill>
                <a:latin typeface="Century Gothic"/>
                <a:ea typeface="Century Gothic"/>
                <a:cs typeface="Century Gothic"/>
                <a:sym typeface="Century Gothic"/>
              </a:defRPr>
            </a:lvl2pPr>
            <a:lvl3pPr indent="-299719" lvl="2" marL="1371600" marR="0" rtl="0" algn="l">
              <a:spcBef>
                <a:spcPts val="1000"/>
              </a:spcBef>
              <a:spcAft>
                <a:spcPts val="0"/>
              </a:spcAft>
              <a:buClr>
                <a:schemeClr val="accent1"/>
              </a:buClr>
              <a:buSzPts val="1120"/>
              <a:buFont typeface="Noto Sans Symbols"/>
              <a:buChar char="►"/>
              <a:defRPr b="0" i="0" sz="1400" u="none" cap="none" strike="noStrike">
                <a:solidFill>
                  <a:srgbClr val="3F3F3F"/>
                </a:solidFill>
                <a:latin typeface="Century Gothic"/>
                <a:ea typeface="Century Gothic"/>
                <a:cs typeface="Century Gothic"/>
                <a:sym typeface="Century Gothic"/>
              </a:defRPr>
            </a:lvl3pPr>
            <a:lvl4pPr indent="-289560" lvl="3" marL="18288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Century Gothic"/>
                <a:ea typeface="Century Gothic"/>
                <a:cs typeface="Century Gothic"/>
                <a:sym typeface="Century Gothic"/>
              </a:defRPr>
            </a:lvl4pPr>
            <a:lvl5pPr indent="-289560" lvl="4" marL="22860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Century Gothic"/>
                <a:ea typeface="Century Gothic"/>
                <a:cs typeface="Century Gothic"/>
                <a:sym typeface="Century Gothic"/>
              </a:defRPr>
            </a:lvl5pPr>
            <a:lvl6pPr indent="-289560" lvl="5" marL="27432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Century Gothic"/>
                <a:ea typeface="Century Gothic"/>
                <a:cs typeface="Century Gothic"/>
                <a:sym typeface="Century Gothic"/>
              </a:defRPr>
            </a:lvl6pPr>
            <a:lvl7pPr indent="-289560" lvl="6" marL="32004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Century Gothic"/>
                <a:ea typeface="Century Gothic"/>
                <a:cs typeface="Century Gothic"/>
                <a:sym typeface="Century Gothic"/>
              </a:defRPr>
            </a:lvl7pPr>
            <a:lvl8pPr indent="-289559" lvl="7" marL="36576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Century Gothic"/>
                <a:ea typeface="Century Gothic"/>
                <a:cs typeface="Century Gothic"/>
                <a:sym typeface="Century Gothic"/>
              </a:defRPr>
            </a:lvl8pPr>
            <a:lvl9pPr indent="-289559" lvl="8" marL="41148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Century Gothic"/>
                <a:ea typeface="Century Gothic"/>
                <a:cs typeface="Century Gothic"/>
                <a:sym typeface="Century Gothic"/>
              </a:defRPr>
            </a:lvl9pPr>
          </a:lstStyle>
          <a:p/>
        </p:txBody>
      </p:sp>
      <p:sp>
        <p:nvSpPr>
          <p:cNvPr id="18" name="Google Shape;18;p14"/>
          <p:cNvSpPr txBox="1"/>
          <p:nvPr>
            <p:ph idx="10" type="dt"/>
          </p:nvPr>
        </p:nvSpPr>
        <p:spPr>
          <a:xfrm>
            <a:off x="10650938" y="6394061"/>
            <a:ext cx="990599" cy="304799"/>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1" i="0" sz="1000" u="none" cap="none" strike="noStrike">
                <a:solidFill>
                  <a:schemeClr val="accent1"/>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19" name="Google Shape;19;p14"/>
          <p:cNvSpPr txBox="1"/>
          <p:nvPr>
            <p:ph idx="11" type="ftr"/>
          </p:nvPr>
        </p:nvSpPr>
        <p:spPr>
          <a:xfrm>
            <a:off x="528358" y="6391838"/>
            <a:ext cx="3859795" cy="304801"/>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1" i="0" sz="1000" u="none" cap="none" strike="noStrike">
                <a:solidFill>
                  <a:schemeClr val="accent1"/>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20" name="Google Shape;20;p14"/>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14"/>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rtl="0" algn="ctr">
              <a:spcBef>
                <a:spcPts val="0"/>
              </a:spcBef>
              <a:buNone/>
              <a:defRPr b="0" i="0" sz="2800" u="none" cap="none" strike="noStrike">
                <a:solidFill>
                  <a:schemeClr val="lt1"/>
                </a:solidFill>
                <a:latin typeface="Century Gothic"/>
                <a:ea typeface="Century Gothic"/>
                <a:cs typeface="Century Gothic"/>
                <a:sym typeface="Century Gothic"/>
              </a:defRPr>
            </a:lvl1pPr>
            <a:lvl2pPr indent="0" lvl="1" marL="0" marR="0" rtl="0" algn="ctr">
              <a:spcBef>
                <a:spcPts val="0"/>
              </a:spcBef>
              <a:buNone/>
              <a:defRPr b="0" i="0" sz="2800" u="none" cap="none" strike="noStrike">
                <a:solidFill>
                  <a:schemeClr val="lt1"/>
                </a:solidFill>
                <a:latin typeface="Century Gothic"/>
                <a:ea typeface="Century Gothic"/>
                <a:cs typeface="Century Gothic"/>
                <a:sym typeface="Century Gothic"/>
              </a:defRPr>
            </a:lvl2pPr>
            <a:lvl3pPr indent="0" lvl="2" marL="0" marR="0" rtl="0" algn="ctr">
              <a:spcBef>
                <a:spcPts val="0"/>
              </a:spcBef>
              <a:buNone/>
              <a:defRPr b="0" i="0" sz="2800" u="none" cap="none" strike="noStrike">
                <a:solidFill>
                  <a:schemeClr val="lt1"/>
                </a:solidFill>
                <a:latin typeface="Century Gothic"/>
                <a:ea typeface="Century Gothic"/>
                <a:cs typeface="Century Gothic"/>
                <a:sym typeface="Century Gothic"/>
              </a:defRPr>
            </a:lvl3pPr>
            <a:lvl4pPr indent="0" lvl="3" marL="0" marR="0" rtl="0" algn="ctr">
              <a:spcBef>
                <a:spcPts val="0"/>
              </a:spcBef>
              <a:buNone/>
              <a:defRPr b="0" i="0" sz="2800" u="none" cap="none" strike="noStrike">
                <a:solidFill>
                  <a:schemeClr val="lt1"/>
                </a:solidFill>
                <a:latin typeface="Century Gothic"/>
                <a:ea typeface="Century Gothic"/>
                <a:cs typeface="Century Gothic"/>
                <a:sym typeface="Century Gothic"/>
              </a:defRPr>
            </a:lvl4pPr>
            <a:lvl5pPr indent="0" lvl="4" marL="0" marR="0" rtl="0" algn="ctr">
              <a:spcBef>
                <a:spcPts val="0"/>
              </a:spcBef>
              <a:buNone/>
              <a:defRPr b="0" i="0" sz="2800" u="none" cap="none" strike="noStrike">
                <a:solidFill>
                  <a:schemeClr val="lt1"/>
                </a:solidFill>
                <a:latin typeface="Century Gothic"/>
                <a:ea typeface="Century Gothic"/>
                <a:cs typeface="Century Gothic"/>
                <a:sym typeface="Century Gothic"/>
              </a:defRPr>
            </a:lvl5pPr>
            <a:lvl6pPr indent="0" lvl="5" marL="0" marR="0" rtl="0" algn="ctr">
              <a:spcBef>
                <a:spcPts val="0"/>
              </a:spcBef>
              <a:buNone/>
              <a:defRPr b="0" i="0" sz="2800" u="none" cap="none" strike="noStrike">
                <a:solidFill>
                  <a:schemeClr val="lt1"/>
                </a:solidFill>
                <a:latin typeface="Century Gothic"/>
                <a:ea typeface="Century Gothic"/>
                <a:cs typeface="Century Gothic"/>
                <a:sym typeface="Century Gothic"/>
              </a:defRPr>
            </a:lvl6pPr>
            <a:lvl7pPr indent="0" lvl="6" marL="0" marR="0" rtl="0" algn="ctr">
              <a:spcBef>
                <a:spcPts val="0"/>
              </a:spcBef>
              <a:buNone/>
              <a:defRPr b="0" i="0" sz="2800" u="none" cap="none" strike="noStrike">
                <a:solidFill>
                  <a:schemeClr val="lt1"/>
                </a:solidFill>
                <a:latin typeface="Century Gothic"/>
                <a:ea typeface="Century Gothic"/>
                <a:cs typeface="Century Gothic"/>
                <a:sym typeface="Century Gothic"/>
              </a:defRPr>
            </a:lvl7pPr>
            <a:lvl8pPr indent="0" lvl="7" marL="0" marR="0" rtl="0" algn="ctr">
              <a:spcBef>
                <a:spcPts val="0"/>
              </a:spcBef>
              <a:buNone/>
              <a:defRPr b="0" i="0" sz="2800" u="none" cap="none" strike="noStrike">
                <a:solidFill>
                  <a:schemeClr val="lt1"/>
                </a:solidFill>
                <a:latin typeface="Century Gothic"/>
                <a:ea typeface="Century Gothic"/>
                <a:cs typeface="Century Gothic"/>
                <a:sym typeface="Century Gothic"/>
              </a:defRPr>
            </a:lvl8pPr>
            <a:lvl9pPr indent="0" lvl="8" marL="0" marR="0" rtl="0" algn="ctr">
              <a:spcBef>
                <a:spcPts val="0"/>
              </a:spcBef>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hyperlink" Target="https://www.hellopeter.com/mtn/" TargetMode="External"/><Relationship Id="rId5" Type="http://schemas.openxmlformats.org/officeDocument/2006/relationships/hyperlink" Target="https://www.hellopeter.com/vodacom" TargetMode="External"/><Relationship Id="rId6" Type="http://schemas.openxmlformats.org/officeDocument/2006/relationships/hyperlink" Target="https://www.hellopeter.com/telkom" TargetMode="External"/><Relationship Id="rId7" Type="http://schemas.openxmlformats.org/officeDocument/2006/relationships/hyperlink" Target="https://www.hellopeter.com/cell-c"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hyperlink" Target="https://www.hellopeter.com/cell-c?page=3978" TargetMode="External"/><Relationship Id="rId4" Type="http://schemas.openxmlformats.org/officeDocument/2006/relationships/hyperlink" Target="https://www.hellopeter.com/vodacom" TargetMode="External"/><Relationship Id="rId5" Type="http://schemas.openxmlformats.org/officeDocument/2006/relationships/hyperlink" Target="https://www.hellopeter.com/mtn?page=1" TargetMode="External"/><Relationship Id="rId6"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hyperlink" Target="https://www.hellopeter.com/mtn/" TargetMode="External"/><Relationship Id="rId5" Type="http://schemas.openxmlformats.org/officeDocument/2006/relationships/hyperlink" Target="https://www.hellopeter.com/vodacom" TargetMode="External"/><Relationship Id="rId6" Type="http://schemas.openxmlformats.org/officeDocument/2006/relationships/hyperlink" Target="https://www.hellopeter.com/telkom" TargetMode="External"/><Relationship Id="rId7" Type="http://schemas.openxmlformats.org/officeDocument/2006/relationships/hyperlink" Target="https://www.hellopeter.com/cell-c" TargetMode="External"/><Relationship Id="rId8" Type="http://schemas.openxmlformats.org/officeDocument/2006/relationships/hyperlink" Target="https://www.hellopeter.com/cell-c"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hyperlink" Target="https://www.youtube.com/shorts/F1AvGOEz4vw"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hyperlink" Target="https://www.youtube.com/shorts/F1AvGOEz4vw"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hyperlink" Target="https://www.youtube.com/shorts/F1AvGOEz4vw"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2.png"/><Relationship Id="rId4" Type="http://schemas.openxmlformats.org/officeDocument/2006/relationships/hyperlink" Target="https://www.youtube.com/shorts/F1AvGOEz4vw"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1.png"/><Relationship Id="rId4" Type="http://schemas.openxmlformats.org/officeDocument/2006/relationships/hyperlink" Target="https://www.youtube.com/shorts/F1AvGOEz4vw"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0.png"/><Relationship Id="rId4" Type="http://schemas.openxmlformats.org/officeDocument/2006/relationships/hyperlink" Target="https://www.youtube.com/shorts/F1AvGOEz4vw"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3.png"/><Relationship Id="rId4" Type="http://schemas.openxmlformats.org/officeDocument/2006/relationships/hyperlink" Target="https://www.youtube.com/shorts/F1AvGOEz4vw"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5.png"/><Relationship Id="rId4" Type="http://schemas.openxmlformats.org/officeDocument/2006/relationships/hyperlink" Target="https://www.youtube.com/shorts/F1AvGOEz4vw"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4.png"/><Relationship Id="rId4" Type="http://schemas.openxmlformats.org/officeDocument/2006/relationships/hyperlink" Target="https://www.youtube.com/shorts/F1AvGOEz4vw"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53" name="Shape 253"/>
        <p:cNvGrpSpPr/>
        <p:nvPr/>
      </p:nvGrpSpPr>
      <p:grpSpPr>
        <a:xfrm>
          <a:off x="0" y="0"/>
          <a:ext cx="0" cy="0"/>
          <a:chOff x="0" y="0"/>
          <a:chExt cx="0" cy="0"/>
        </a:xfrm>
      </p:grpSpPr>
      <p:sp>
        <p:nvSpPr>
          <p:cNvPr id="254" name="Google Shape;254;p1"/>
          <p:cNvSpPr txBox="1"/>
          <p:nvPr>
            <p:ph type="ctrTitle"/>
          </p:nvPr>
        </p:nvSpPr>
        <p:spPr>
          <a:xfrm>
            <a:off x="5591176" y="2482863"/>
            <a:ext cx="5951895" cy="1150156"/>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2"/>
              </a:buClr>
              <a:buSzPts val="2400"/>
              <a:buFont typeface="Century Gothic"/>
              <a:buNone/>
            </a:pPr>
            <a:r>
              <a:rPr b="1" lang="en-GB" sz="2400"/>
              <a:t>Revolutionizing Telecom Experiences</a:t>
            </a:r>
            <a:endParaRPr/>
          </a:p>
        </p:txBody>
      </p:sp>
      <p:sp>
        <p:nvSpPr>
          <p:cNvPr id="255" name="Google Shape;255;p1"/>
          <p:cNvSpPr txBox="1"/>
          <p:nvPr>
            <p:ph idx="1" type="subTitle"/>
          </p:nvPr>
        </p:nvSpPr>
        <p:spPr>
          <a:xfrm>
            <a:off x="7055873" y="3852663"/>
            <a:ext cx="3382298" cy="1150156"/>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880"/>
              <a:buNone/>
            </a:pPr>
            <a:r>
              <a:rPr b="1" lang="en-GB" sz="1100"/>
              <a:t>TEAM MEMBERS:</a:t>
            </a:r>
            <a:br>
              <a:rPr b="1" lang="en-GB" sz="1100"/>
            </a:br>
            <a:r>
              <a:rPr lang="en-GB" sz="1100"/>
              <a:t>PAMELA MMUTLANE</a:t>
            </a:r>
            <a:br>
              <a:rPr lang="en-GB" sz="1100"/>
            </a:br>
            <a:r>
              <a:rPr lang="en-GB" sz="1100"/>
              <a:t>LINTON KUMALO</a:t>
            </a:r>
            <a:br>
              <a:rPr lang="en-GB" sz="1100"/>
            </a:br>
            <a:r>
              <a:rPr lang="en-GB" sz="1100"/>
              <a:t>THANDIWE MTSHWENI</a:t>
            </a:r>
            <a:br>
              <a:rPr lang="en-GB" sz="1100"/>
            </a:br>
            <a:r>
              <a:rPr lang="en-GB" sz="1100"/>
              <a:t>LINDOKUHLE MAHLANGU</a:t>
            </a:r>
            <a:br>
              <a:rPr lang="en-GB" sz="1100"/>
            </a:br>
            <a:r>
              <a:rPr lang="en-GB" sz="1100"/>
              <a:t>LEBONE MAKHUBEDU</a:t>
            </a:r>
            <a:endParaRPr sz="1100"/>
          </a:p>
        </p:txBody>
      </p:sp>
      <p:pic>
        <p:nvPicPr>
          <p:cNvPr descr="Smart Phone" id="256" name="Google Shape;256;p1"/>
          <p:cNvPicPr preferRelativeResize="0"/>
          <p:nvPr/>
        </p:nvPicPr>
        <p:blipFill rotWithShape="1">
          <a:blip r:embed="rId3">
            <a:alphaModFix/>
          </a:blip>
          <a:srcRect b="0" l="0" r="0" t="0"/>
          <a:stretch/>
        </p:blipFill>
        <p:spPr>
          <a:xfrm>
            <a:off x="2171762" y="1114613"/>
            <a:ext cx="4628700" cy="4628700"/>
          </a:xfrm>
          <a:prstGeom prst="roundRect">
            <a:avLst>
              <a:gd fmla="val 1858" name="adj"/>
            </a:avLst>
          </a:prstGeom>
          <a:noFill/>
          <a:ln>
            <a:noFill/>
          </a:ln>
          <a:effectLst>
            <a:outerShdw blurRad="50800" rotWithShape="0" algn="tl" dir="5400000" dist="50800">
              <a:srgbClr val="000000">
                <a:alpha val="42745"/>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60" name="Shape 260"/>
        <p:cNvGrpSpPr/>
        <p:nvPr/>
      </p:nvGrpSpPr>
      <p:grpSpPr>
        <a:xfrm>
          <a:off x="0" y="0"/>
          <a:ext cx="0" cy="0"/>
          <a:chOff x="0" y="0"/>
          <a:chExt cx="0" cy="0"/>
        </a:xfrm>
      </p:grpSpPr>
      <p:sp>
        <p:nvSpPr>
          <p:cNvPr id="261" name="Google Shape;261;p2"/>
          <p:cNvSpPr txBox="1"/>
          <p:nvPr/>
        </p:nvSpPr>
        <p:spPr>
          <a:xfrm>
            <a:off x="4194800" y="950200"/>
            <a:ext cx="4789200" cy="36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GB" sz="1800" u="none" cap="none" strike="noStrike">
                <a:solidFill>
                  <a:schemeClr val="lt1"/>
                </a:solidFill>
                <a:latin typeface="Century Gothic"/>
                <a:ea typeface="Century Gothic"/>
                <a:cs typeface="Century Gothic"/>
                <a:sym typeface="Century Gothic"/>
              </a:rPr>
              <a:t>Problem Statement and Significance</a:t>
            </a:r>
            <a:endParaRPr b="1" sz="1800">
              <a:solidFill>
                <a:schemeClr val="lt1"/>
              </a:solidFill>
              <a:latin typeface="Century Gothic"/>
              <a:ea typeface="Century Gothic"/>
              <a:cs typeface="Century Gothic"/>
              <a:sym typeface="Century Gothic"/>
            </a:endParaRPr>
          </a:p>
        </p:txBody>
      </p:sp>
      <p:sp>
        <p:nvSpPr>
          <p:cNvPr id="262" name="Google Shape;262;p2"/>
          <p:cNvSpPr txBox="1"/>
          <p:nvPr/>
        </p:nvSpPr>
        <p:spPr>
          <a:xfrm>
            <a:off x="767600" y="1650850"/>
            <a:ext cx="10695900" cy="2462700"/>
          </a:xfrm>
          <a:prstGeom prst="rect">
            <a:avLst/>
          </a:prstGeom>
          <a:noFill/>
          <a:ln cap="flat" cmpd="sng" w="9525">
            <a:solidFill>
              <a:schemeClr val="l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spcBef>
                <a:spcPts val="0"/>
              </a:spcBef>
              <a:spcAft>
                <a:spcPts val="0"/>
              </a:spcAft>
              <a:buNone/>
            </a:pPr>
            <a:r>
              <a:rPr b="1" i="1" lang="en-GB" sz="1400">
                <a:solidFill>
                  <a:schemeClr val="lt1"/>
                </a:solidFill>
                <a:latin typeface="Century Gothic"/>
                <a:ea typeface="Century Gothic"/>
                <a:cs typeface="Century Gothic"/>
                <a:sym typeface="Century Gothic"/>
              </a:rPr>
              <a:t>Problem Statement</a:t>
            </a:r>
            <a:r>
              <a:rPr lang="en-GB" sz="1400">
                <a:solidFill>
                  <a:schemeClr val="lt1"/>
                </a:solidFill>
                <a:latin typeface="Century Gothic"/>
                <a:ea typeface="Century Gothic"/>
                <a:cs typeface="Century Gothic"/>
                <a:sym typeface="Century Gothic"/>
              </a:rPr>
              <a:t>:</a:t>
            </a:r>
            <a:endParaRPr>
              <a:solidFill>
                <a:schemeClr val="lt1"/>
              </a:solidFill>
              <a:latin typeface="Century Gothic"/>
              <a:ea typeface="Century Gothic"/>
              <a:cs typeface="Century Gothic"/>
              <a:sym typeface="Century Gothic"/>
            </a:endParaRPr>
          </a:p>
          <a:p>
            <a:pPr indent="0" lvl="0" marL="0" marR="0" rtl="0" algn="just">
              <a:spcBef>
                <a:spcPts val="0"/>
              </a:spcBef>
              <a:spcAft>
                <a:spcPts val="0"/>
              </a:spcAft>
              <a:buNone/>
            </a:pPr>
            <a:r>
              <a:rPr lang="en-GB" sz="1400">
                <a:solidFill>
                  <a:schemeClr val="lt1"/>
                </a:solidFill>
                <a:latin typeface="Century Gothic"/>
                <a:ea typeface="Century Gothic"/>
                <a:cs typeface="Century Gothic"/>
                <a:sym typeface="Century Gothic"/>
              </a:rPr>
              <a:t>Retention challenges affect the infrastructure processes in the telecommunications industry,</a:t>
            </a:r>
            <a:endParaRPr/>
          </a:p>
          <a:p>
            <a:pPr indent="0" lvl="0" marL="0" marR="0" rtl="0" algn="just">
              <a:spcBef>
                <a:spcPts val="0"/>
              </a:spcBef>
              <a:spcAft>
                <a:spcPts val="0"/>
              </a:spcAft>
              <a:buNone/>
            </a:pPr>
            <a:r>
              <a:rPr lang="en-GB" sz="1400">
                <a:solidFill>
                  <a:schemeClr val="lt1"/>
                </a:solidFill>
                <a:latin typeface="Century Gothic"/>
                <a:ea typeface="Century Gothic"/>
                <a:cs typeface="Century Gothic"/>
                <a:sym typeface="Century Gothic"/>
              </a:rPr>
              <a:t>encompassing issues like unclear contracts, poor customer service, and a lack of accountability.</a:t>
            </a:r>
            <a:endParaRPr/>
          </a:p>
          <a:p>
            <a:pPr indent="0" lvl="0" marL="0" marR="0" rtl="0" algn="just">
              <a:spcBef>
                <a:spcPts val="0"/>
              </a:spcBef>
              <a:spcAft>
                <a:spcPts val="0"/>
              </a:spcAft>
              <a:buNone/>
            </a:pPr>
            <a:r>
              <a:t/>
            </a:r>
            <a:endParaRPr sz="1400">
              <a:solidFill>
                <a:schemeClr val="lt1"/>
              </a:solidFill>
              <a:latin typeface="Century Gothic"/>
              <a:ea typeface="Century Gothic"/>
              <a:cs typeface="Century Gothic"/>
              <a:sym typeface="Century Gothic"/>
            </a:endParaRPr>
          </a:p>
          <a:p>
            <a:pPr indent="0" lvl="0" marL="0" marR="0" rtl="0" algn="just">
              <a:spcBef>
                <a:spcPts val="0"/>
              </a:spcBef>
              <a:spcAft>
                <a:spcPts val="0"/>
              </a:spcAft>
              <a:buNone/>
            </a:pPr>
            <a:r>
              <a:t/>
            </a:r>
            <a:endParaRPr sz="1400">
              <a:solidFill>
                <a:schemeClr val="lt1"/>
              </a:solidFill>
              <a:latin typeface="Century Gothic"/>
              <a:ea typeface="Century Gothic"/>
              <a:cs typeface="Century Gothic"/>
              <a:sym typeface="Century Gothic"/>
            </a:endParaRPr>
          </a:p>
          <a:p>
            <a:pPr indent="0" lvl="0" marL="0" marR="0" rtl="0" algn="just">
              <a:spcBef>
                <a:spcPts val="0"/>
              </a:spcBef>
              <a:spcAft>
                <a:spcPts val="0"/>
              </a:spcAft>
              <a:buNone/>
            </a:pPr>
            <a:r>
              <a:t/>
            </a:r>
            <a:endParaRPr sz="1400">
              <a:solidFill>
                <a:schemeClr val="lt1"/>
              </a:solidFill>
              <a:latin typeface="Century Gothic"/>
              <a:ea typeface="Century Gothic"/>
              <a:cs typeface="Century Gothic"/>
              <a:sym typeface="Century Gothic"/>
            </a:endParaRPr>
          </a:p>
          <a:p>
            <a:pPr indent="0" lvl="0" marL="0" marR="0" rtl="0" algn="just">
              <a:spcBef>
                <a:spcPts val="0"/>
              </a:spcBef>
              <a:spcAft>
                <a:spcPts val="0"/>
              </a:spcAft>
              <a:buNone/>
            </a:pPr>
            <a:r>
              <a:rPr b="1" i="1" lang="en-GB" sz="1400">
                <a:solidFill>
                  <a:schemeClr val="lt1"/>
                </a:solidFill>
                <a:latin typeface="Century Gothic"/>
                <a:ea typeface="Century Gothic"/>
                <a:cs typeface="Century Gothic"/>
                <a:sym typeface="Century Gothic"/>
              </a:rPr>
              <a:t>Why it Matters</a:t>
            </a:r>
            <a:r>
              <a:rPr lang="en-GB" sz="1400">
                <a:solidFill>
                  <a:schemeClr val="lt1"/>
                </a:solidFill>
                <a:latin typeface="Century Gothic"/>
                <a:ea typeface="Century Gothic"/>
                <a:cs typeface="Century Gothic"/>
                <a:sym typeface="Century Gothic"/>
              </a:rPr>
              <a:t>:</a:t>
            </a:r>
            <a:endParaRPr>
              <a:solidFill>
                <a:schemeClr val="lt1"/>
              </a:solidFill>
              <a:latin typeface="Century Gothic"/>
              <a:ea typeface="Century Gothic"/>
              <a:cs typeface="Century Gothic"/>
              <a:sym typeface="Century Gothic"/>
            </a:endParaRPr>
          </a:p>
          <a:p>
            <a:pPr indent="0" lvl="0" marL="0" marR="0" rtl="0" algn="just">
              <a:spcBef>
                <a:spcPts val="0"/>
              </a:spcBef>
              <a:spcAft>
                <a:spcPts val="0"/>
              </a:spcAft>
              <a:buNone/>
            </a:pPr>
            <a:r>
              <a:rPr lang="en-GB" sz="1400">
                <a:solidFill>
                  <a:schemeClr val="lt1"/>
                </a:solidFill>
                <a:latin typeface="Century Gothic"/>
                <a:ea typeface="Century Gothic"/>
                <a:cs typeface="Century Gothic"/>
                <a:sym typeface="Century Gothic"/>
              </a:rPr>
              <a:t>This infrastructure problem is particularly critical as it raises dissatisfaction and confusion, especially for customers</a:t>
            </a:r>
            <a:endParaRPr/>
          </a:p>
          <a:p>
            <a:pPr indent="0" lvl="0" marL="0" marR="0" rtl="0" algn="just">
              <a:spcBef>
                <a:spcPts val="0"/>
              </a:spcBef>
              <a:spcAft>
                <a:spcPts val="0"/>
              </a:spcAft>
              <a:buNone/>
            </a:pPr>
            <a:r>
              <a:rPr lang="en-GB" sz="1400">
                <a:solidFill>
                  <a:schemeClr val="lt1"/>
                </a:solidFill>
                <a:latin typeface="Century Gothic"/>
                <a:ea typeface="Century Gothic"/>
                <a:cs typeface="Century Gothic"/>
                <a:sym typeface="Century Gothic"/>
              </a:rPr>
              <a:t>in South Africa's middle to upper class with a monthly income of approximately +-R6000, engaged in 24-month contracts. The</a:t>
            </a:r>
            <a:r>
              <a:rPr lang="en-GB"/>
              <a:t> </a:t>
            </a:r>
            <a:r>
              <a:rPr lang="en-GB" sz="1400">
                <a:solidFill>
                  <a:schemeClr val="lt1"/>
                </a:solidFill>
                <a:latin typeface="Century Gothic"/>
                <a:ea typeface="Century Gothic"/>
                <a:cs typeface="Century Gothic"/>
                <a:sym typeface="Century Gothic"/>
              </a:rPr>
              <a:t>absence of clear information weakens trust and highlights the essential need to overhaul the infrastructure that manages contractual processes, aiming for a positive relationship between customers and providers.</a:t>
            </a:r>
            <a:endParaRPr sz="1800">
              <a:solidFill>
                <a:schemeClr val="lt1"/>
              </a:solidFill>
              <a:latin typeface="Century Gothic"/>
              <a:ea typeface="Century Gothic"/>
              <a:cs typeface="Century Gothic"/>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66" name="Shape 266"/>
        <p:cNvGrpSpPr/>
        <p:nvPr/>
      </p:nvGrpSpPr>
      <p:grpSpPr>
        <a:xfrm>
          <a:off x="0" y="0"/>
          <a:ext cx="0" cy="0"/>
          <a:chOff x="0" y="0"/>
          <a:chExt cx="0" cy="0"/>
        </a:xfrm>
      </p:grpSpPr>
      <p:sp>
        <p:nvSpPr>
          <p:cNvPr id="267" name="Google Shape;267;p3"/>
          <p:cNvSpPr txBox="1"/>
          <p:nvPr/>
        </p:nvSpPr>
        <p:spPr>
          <a:xfrm>
            <a:off x="3629150" y="960300"/>
            <a:ext cx="5920500" cy="36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chemeClr val="lt1"/>
                </a:solidFill>
                <a:latin typeface="Century Gothic"/>
                <a:ea typeface="Century Gothic"/>
                <a:cs typeface="Century Gothic"/>
                <a:sym typeface="Century Gothic"/>
              </a:rPr>
              <a:t> Putting a Face to the Problem</a:t>
            </a:r>
            <a:endParaRPr b="1" sz="1800">
              <a:solidFill>
                <a:schemeClr val="lt1"/>
              </a:solidFill>
              <a:latin typeface="Century Gothic"/>
              <a:ea typeface="Century Gothic"/>
              <a:cs typeface="Century Gothic"/>
              <a:sym typeface="Century Gothic"/>
            </a:endParaRPr>
          </a:p>
        </p:txBody>
      </p:sp>
      <p:sp>
        <p:nvSpPr>
          <p:cNvPr id="268" name="Google Shape;268;p3"/>
          <p:cNvSpPr txBox="1"/>
          <p:nvPr/>
        </p:nvSpPr>
        <p:spPr>
          <a:xfrm>
            <a:off x="726725" y="1583075"/>
            <a:ext cx="6455100" cy="3478500"/>
          </a:xfrm>
          <a:prstGeom prst="rect">
            <a:avLst/>
          </a:prstGeom>
          <a:noFill/>
          <a:ln cap="flat" cmpd="sng" w="9525">
            <a:solidFill>
              <a:schemeClr val="l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spcBef>
                <a:spcPts val="0"/>
              </a:spcBef>
              <a:spcAft>
                <a:spcPts val="0"/>
              </a:spcAft>
              <a:buNone/>
            </a:pPr>
            <a:r>
              <a:rPr b="1" lang="en-GB" sz="1400">
                <a:solidFill>
                  <a:schemeClr val="lt1"/>
                </a:solidFill>
                <a:latin typeface="Century Gothic"/>
                <a:ea typeface="Century Gothic"/>
                <a:cs typeface="Century Gothic"/>
                <a:sym typeface="Century Gothic"/>
              </a:rPr>
              <a:t>User persona</a:t>
            </a:r>
            <a:endParaRPr/>
          </a:p>
          <a:p>
            <a:pPr indent="0" lvl="0" marL="0" marR="0" rtl="0" algn="just">
              <a:spcBef>
                <a:spcPts val="0"/>
              </a:spcBef>
              <a:spcAft>
                <a:spcPts val="0"/>
              </a:spcAft>
              <a:buNone/>
            </a:pPr>
            <a:r>
              <a:rPr lang="en-GB" sz="1200">
                <a:solidFill>
                  <a:schemeClr val="lt1"/>
                </a:solidFill>
                <a:latin typeface="Century Gothic"/>
                <a:ea typeface="Century Gothic"/>
                <a:cs typeface="Century Gothic"/>
                <a:sym typeface="Century Gothic"/>
              </a:rPr>
              <a:t>Name: Boitumelo Mogashoa</a:t>
            </a:r>
            <a:endParaRPr sz="1200">
              <a:solidFill>
                <a:schemeClr val="lt1"/>
              </a:solidFill>
              <a:latin typeface="Century Gothic"/>
              <a:ea typeface="Century Gothic"/>
              <a:cs typeface="Century Gothic"/>
              <a:sym typeface="Century Gothic"/>
            </a:endParaRPr>
          </a:p>
          <a:p>
            <a:pPr indent="0" lvl="0" marL="0" marR="0" rtl="0" algn="just">
              <a:spcBef>
                <a:spcPts val="0"/>
              </a:spcBef>
              <a:spcAft>
                <a:spcPts val="0"/>
              </a:spcAft>
              <a:buNone/>
            </a:pPr>
            <a:r>
              <a:rPr lang="en-GB" sz="1200">
                <a:solidFill>
                  <a:schemeClr val="lt1"/>
                </a:solidFill>
                <a:latin typeface="Century Gothic"/>
                <a:ea typeface="Century Gothic"/>
                <a:cs typeface="Century Gothic"/>
                <a:sym typeface="Century Gothic"/>
              </a:rPr>
              <a:t>Gender: Female</a:t>
            </a:r>
            <a:endParaRPr/>
          </a:p>
          <a:p>
            <a:pPr indent="0" lvl="0" marL="0" marR="0" rtl="0" algn="just">
              <a:spcBef>
                <a:spcPts val="0"/>
              </a:spcBef>
              <a:spcAft>
                <a:spcPts val="0"/>
              </a:spcAft>
              <a:buNone/>
            </a:pPr>
            <a:r>
              <a:rPr lang="en-GB" sz="1200">
                <a:solidFill>
                  <a:schemeClr val="lt1"/>
                </a:solidFill>
                <a:latin typeface="Century Gothic"/>
                <a:ea typeface="Century Gothic"/>
                <a:cs typeface="Century Gothic"/>
                <a:sym typeface="Century Gothic"/>
              </a:rPr>
              <a:t>Age: 27 years old</a:t>
            </a:r>
            <a:endParaRPr/>
          </a:p>
          <a:p>
            <a:pPr indent="0" lvl="0" marL="0" marR="0" rtl="0" algn="just">
              <a:spcBef>
                <a:spcPts val="0"/>
              </a:spcBef>
              <a:spcAft>
                <a:spcPts val="0"/>
              </a:spcAft>
              <a:buNone/>
            </a:pPr>
            <a:r>
              <a:rPr lang="en-GB" sz="1200">
                <a:solidFill>
                  <a:schemeClr val="lt1"/>
                </a:solidFill>
                <a:latin typeface="Century Gothic"/>
                <a:ea typeface="Century Gothic"/>
                <a:cs typeface="Century Gothic"/>
                <a:sym typeface="Century Gothic"/>
              </a:rPr>
              <a:t>Occupation: AWS Architect</a:t>
            </a:r>
            <a:endParaRPr/>
          </a:p>
          <a:p>
            <a:pPr indent="0" lvl="0" marL="0" marR="0" rtl="0" algn="just">
              <a:spcBef>
                <a:spcPts val="0"/>
              </a:spcBef>
              <a:spcAft>
                <a:spcPts val="0"/>
              </a:spcAft>
              <a:buNone/>
            </a:pPr>
            <a:r>
              <a:rPr lang="en-GB" sz="1200">
                <a:solidFill>
                  <a:schemeClr val="lt1"/>
                </a:solidFill>
                <a:latin typeface="Century Gothic"/>
                <a:ea typeface="Century Gothic"/>
                <a:cs typeface="Century Gothic"/>
                <a:sym typeface="Century Gothic"/>
              </a:rPr>
              <a:t>Access to technology: high</a:t>
            </a:r>
            <a:endParaRPr/>
          </a:p>
          <a:p>
            <a:pPr indent="0" lvl="0" marL="0" marR="0" rtl="0" algn="just">
              <a:spcBef>
                <a:spcPts val="0"/>
              </a:spcBef>
              <a:spcAft>
                <a:spcPts val="0"/>
              </a:spcAft>
              <a:buNone/>
            </a:pPr>
            <a:r>
              <a:rPr lang="en-GB" sz="1200">
                <a:solidFill>
                  <a:schemeClr val="lt1"/>
                </a:solidFill>
                <a:latin typeface="Century Gothic"/>
                <a:ea typeface="Century Gothic"/>
                <a:cs typeface="Century Gothic"/>
                <a:sym typeface="Century Gothic"/>
              </a:rPr>
              <a:t>Education: Computer Science at the University of Johannesburg</a:t>
            </a:r>
            <a:endParaRPr/>
          </a:p>
          <a:p>
            <a:pPr indent="0" lvl="0" marL="0" marR="0" rtl="0" algn="just">
              <a:spcBef>
                <a:spcPts val="0"/>
              </a:spcBef>
              <a:spcAft>
                <a:spcPts val="0"/>
              </a:spcAft>
              <a:buNone/>
            </a:pPr>
            <a:r>
              <a:rPr lang="en-GB" sz="1200">
                <a:solidFill>
                  <a:schemeClr val="lt1"/>
                </a:solidFill>
                <a:latin typeface="Century Gothic"/>
                <a:ea typeface="Century Gothic"/>
                <a:cs typeface="Century Gothic"/>
                <a:sym typeface="Century Gothic"/>
              </a:rPr>
              <a:t>Annual Income: R680k</a:t>
            </a:r>
            <a:endParaRPr/>
          </a:p>
          <a:p>
            <a:pPr indent="0" lvl="0" marL="0" marR="0" rtl="0" algn="just">
              <a:spcBef>
                <a:spcPts val="0"/>
              </a:spcBef>
              <a:spcAft>
                <a:spcPts val="0"/>
              </a:spcAft>
              <a:buNone/>
            </a:pPr>
            <a:r>
              <a:rPr lang="en-GB" sz="1200">
                <a:solidFill>
                  <a:schemeClr val="lt1"/>
                </a:solidFill>
                <a:latin typeface="Century Gothic"/>
                <a:ea typeface="Century Gothic"/>
                <a:cs typeface="Century Gothic"/>
                <a:sym typeface="Century Gothic"/>
              </a:rPr>
              <a:t>Location: Henely on Klip</a:t>
            </a:r>
            <a:endParaRPr sz="1200">
              <a:solidFill>
                <a:schemeClr val="lt1"/>
              </a:solidFill>
              <a:latin typeface="Century Gothic"/>
              <a:ea typeface="Century Gothic"/>
              <a:cs typeface="Century Gothic"/>
              <a:sym typeface="Century Gothic"/>
            </a:endParaRPr>
          </a:p>
          <a:p>
            <a:pPr indent="0" lvl="0" marL="0" marR="0" rtl="0" algn="just">
              <a:spcBef>
                <a:spcPts val="0"/>
              </a:spcBef>
              <a:spcAft>
                <a:spcPts val="0"/>
              </a:spcAft>
              <a:buNone/>
            </a:pPr>
            <a:r>
              <a:t/>
            </a:r>
            <a:endParaRPr sz="1200">
              <a:solidFill>
                <a:schemeClr val="lt1"/>
              </a:solidFill>
              <a:latin typeface="Century Gothic"/>
              <a:ea typeface="Century Gothic"/>
              <a:cs typeface="Century Gothic"/>
              <a:sym typeface="Century Gothic"/>
            </a:endParaRPr>
          </a:p>
          <a:p>
            <a:pPr indent="0" lvl="0" marL="0" marR="0" rtl="0" algn="just">
              <a:spcBef>
                <a:spcPts val="0"/>
              </a:spcBef>
              <a:spcAft>
                <a:spcPts val="0"/>
              </a:spcAft>
              <a:buNone/>
            </a:pPr>
            <a:r>
              <a:rPr b="1" lang="en-GB" sz="1200">
                <a:solidFill>
                  <a:schemeClr val="lt1"/>
                </a:solidFill>
                <a:latin typeface="Century Gothic"/>
                <a:ea typeface="Century Gothic"/>
                <a:cs typeface="Century Gothic"/>
                <a:sym typeface="Century Gothic"/>
              </a:rPr>
              <a:t>User story: </a:t>
            </a:r>
            <a:r>
              <a:rPr lang="en-GB" sz="1200">
                <a:solidFill>
                  <a:schemeClr val="lt1"/>
                </a:solidFill>
                <a:latin typeface="Century Gothic"/>
                <a:ea typeface="Century Gothic"/>
                <a:cs typeface="Century Gothic"/>
                <a:sym typeface="Century Gothic"/>
              </a:rPr>
              <a:t>In 2019, Boitumelo entered into a contract with MTN and initially found</a:t>
            </a:r>
            <a:endParaRPr/>
          </a:p>
          <a:p>
            <a:pPr indent="0" lvl="0" marL="0" marR="0" rtl="0" algn="just">
              <a:spcBef>
                <a:spcPts val="0"/>
              </a:spcBef>
              <a:spcAft>
                <a:spcPts val="0"/>
              </a:spcAft>
              <a:buNone/>
            </a:pPr>
            <a:r>
              <a:rPr lang="en-GB" sz="1200">
                <a:solidFill>
                  <a:schemeClr val="lt1"/>
                </a:solidFill>
                <a:latin typeface="Century Gothic"/>
                <a:ea typeface="Century Gothic"/>
                <a:cs typeface="Century Gothic"/>
                <a:sym typeface="Century Gothic"/>
              </a:rPr>
              <a:t>satisfaction with the services provided.</a:t>
            </a:r>
            <a:endParaRPr sz="1200">
              <a:solidFill>
                <a:schemeClr val="lt1"/>
              </a:solidFill>
              <a:latin typeface="Century Gothic"/>
              <a:ea typeface="Century Gothic"/>
              <a:cs typeface="Century Gothic"/>
              <a:sym typeface="Century Gothic"/>
            </a:endParaRPr>
          </a:p>
          <a:p>
            <a:pPr indent="0" lvl="0" marL="0" marR="0" rtl="0" algn="just">
              <a:spcBef>
                <a:spcPts val="0"/>
              </a:spcBef>
              <a:spcAft>
                <a:spcPts val="0"/>
              </a:spcAft>
              <a:buNone/>
            </a:pPr>
            <a:r>
              <a:rPr lang="en-GB" sz="1200">
                <a:solidFill>
                  <a:schemeClr val="lt1"/>
                </a:solidFill>
                <a:latin typeface="Century Gothic"/>
                <a:ea typeface="Century Gothic"/>
                <a:cs typeface="Century Gothic"/>
                <a:sym typeface="Century Gothic"/>
              </a:rPr>
              <a:t>However, in 2021, when she attempted to upgrade her package,</a:t>
            </a:r>
            <a:endParaRPr sz="1200">
              <a:solidFill>
                <a:schemeClr val="lt1"/>
              </a:solidFill>
              <a:latin typeface="Century Gothic"/>
              <a:ea typeface="Century Gothic"/>
              <a:cs typeface="Century Gothic"/>
              <a:sym typeface="Century Gothic"/>
            </a:endParaRPr>
          </a:p>
          <a:p>
            <a:pPr indent="0" lvl="0" marL="0" marR="0" rtl="0" algn="just">
              <a:spcBef>
                <a:spcPts val="0"/>
              </a:spcBef>
              <a:spcAft>
                <a:spcPts val="0"/>
              </a:spcAft>
              <a:buNone/>
            </a:pPr>
            <a:r>
              <a:rPr lang="en-GB" sz="1200">
                <a:solidFill>
                  <a:schemeClr val="lt1"/>
                </a:solidFill>
                <a:latin typeface="Century Gothic"/>
                <a:ea typeface="Century Gothic"/>
                <a:cs typeface="Century Gothic"/>
                <a:sym typeface="Century Gothic"/>
              </a:rPr>
              <a:t>she encountered difficulties.</a:t>
            </a:r>
            <a:endParaRPr sz="1200">
              <a:solidFill>
                <a:schemeClr val="lt1"/>
              </a:solidFill>
              <a:latin typeface="Century Gothic"/>
              <a:ea typeface="Century Gothic"/>
              <a:cs typeface="Century Gothic"/>
              <a:sym typeface="Century Gothic"/>
            </a:endParaRPr>
          </a:p>
          <a:p>
            <a:pPr indent="0" lvl="0" marL="0" marR="0" rtl="0" algn="just">
              <a:spcBef>
                <a:spcPts val="0"/>
              </a:spcBef>
              <a:spcAft>
                <a:spcPts val="0"/>
              </a:spcAft>
              <a:buNone/>
            </a:pPr>
            <a:r>
              <a:rPr lang="en-GB" sz="1200">
                <a:solidFill>
                  <a:schemeClr val="lt1"/>
                </a:solidFill>
                <a:latin typeface="Century Gothic"/>
                <a:ea typeface="Century Gothic"/>
                <a:cs typeface="Century Gothic"/>
                <a:sym typeface="Century Gothic"/>
              </a:rPr>
              <a:t>Despite making calls and visiting</a:t>
            </a:r>
            <a:r>
              <a:rPr lang="en-GB"/>
              <a:t> </a:t>
            </a:r>
            <a:r>
              <a:rPr lang="en-GB" sz="1200">
                <a:solidFill>
                  <a:schemeClr val="lt1"/>
                </a:solidFill>
                <a:latin typeface="Century Gothic"/>
                <a:ea typeface="Century Gothic"/>
                <a:cs typeface="Century Gothic"/>
                <a:sym typeface="Century Gothic"/>
              </a:rPr>
              <a:t>the</a:t>
            </a:r>
            <a:r>
              <a:rPr lang="en-GB" sz="1200">
                <a:solidFill>
                  <a:schemeClr val="lt1"/>
                </a:solidFill>
                <a:latin typeface="Century Gothic"/>
                <a:ea typeface="Century Gothic"/>
                <a:cs typeface="Century Gothic"/>
                <a:sym typeface="Century Gothic"/>
              </a:rPr>
              <a:t> store, she received no assistance. Towards the end of 2021, she opted to cancel her contract and explore alternative options.</a:t>
            </a:r>
            <a:endParaRPr sz="1200">
              <a:solidFill>
                <a:schemeClr val="lt1"/>
              </a:solidFill>
              <a:latin typeface="Century Gothic"/>
              <a:ea typeface="Century Gothic"/>
              <a:cs typeface="Century Gothic"/>
              <a:sym typeface="Century Gothic"/>
            </a:endParaRPr>
          </a:p>
          <a:p>
            <a:pPr indent="0" lvl="0" marL="0" marR="0" rtl="0" algn="just">
              <a:spcBef>
                <a:spcPts val="0"/>
              </a:spcBef>
              <a:spcAft>
                <a:spcPts val="0"/>
              </a:spcAft>
              <a:buNone/>
            </a:pPr>
            <a:r>
              <a:rPr lang="en-GB" sz="1200">
                <a:solidFill>
                  <a:schemeClr val="lt1"/>
                </a:solidFill>
                <a:latin typeface="Century Gothic"/>
                <a:ea typeface="Century Gothic"/>
                <a:cs typeface="Century Gothic"/>
                <a:sym typeface="Century Gothic"/>
              </a:rPr>
              <a:t>The retention department claimed to have cancelled the contract, yet deductions continue to be made from her account to this day.</a:t>
            </a:r>
            <a:endParaRPr sz="1200">
              <a:solidFill>
                <a:schemeClr val="lt1"/>
              </a:solidFill>
              <a:latin typeface="Century Gothic"/>
              <a:ea typeface="Century Gothic"/>
              <a:cs typeface="Century Gothic"/>
              <a:sym typeface="Century Gothic"/>
            </a:endParaRPr>
          </a:p>
        </p:txBody>
      </p:sp>
      <p:sp>
        <p:nvSpPr>
          <p:cNvPr id="269" name="Google Shape;269;p3"/>
          <p:cNvSpPr txBox="1"/>
          <p:nvPr/>
        </p:nvSpPr>
        <p:spPr>
          <a:xfrm>
            <a:off x="7587343" y="1583083"/>
            <a:ext cx="3898800" cy="3848100"/>
          </a:xfrm>
          <a:prstGeom prst="rect">
            <a:avLst/>
          </a:prstGeom>
          <a:noFill/>
          <a:ln cap="flat" cmpd="sng" w="9525">
            <a:solidFill>
              <a:schemeClr val="l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400">
                <a:solidFill>
                  <a:schemeClr val="lt1"/>
                </a:solidFill>
                <a:latin typeface="Century Gothic"/>
                <a:ea typeface="Century Gothic"/>
                <a:cs typeface="Century Gothic"/>
                <a:sym typeface="Century Gothic"/>
              </a:rPr>
              <a:t>Needs:</a:t>
            </a:r>
            <a:endParaRPr/>
          </a:p>
          <a:p>
            <a:pPr indent="0" lvl="0" marL="0" marR="0" rtl="0" algn="l">
              <a:spcBef>
                <a:spcPts val="0"/>
              </a:spcBef>
              <a:spcAft>
                <a:spcPts val="0"/>
              </a:spcAft>
              <a:buNone/>
            </a:pPr>
            <a:r>
              <a:rPr lang="en-GB" sz="1400">
                <a:solidFill>
                  <a:schemeClr val="lt1"/>
                </a:solidFill>
                <a:latin typeface="Century Gothic"/>
                <a:ea typeface="Century Gothic"/>
                <a:cs typeface="Century Gothic"/>
                <a:sym typeface="Century Gothic"/>
              </a:rPr>
              <a:t>-</a:t>
            </a:r>
            <a:r>
              <a:rPr lang="en-GB" sz="1400">
                <a:solidFill>
                  <a:schemeClr val="dk1"/>
                </a:solidFill>
                <a:latin typeface="Century Gothic"/>
                <a:ea typeface="Century Gothic"/>
                <a:cs typeface="Century Gothic"/>
                <a:sym typeface="Century Gothic"/>
              </a:rPr>
              <a:t> </a:t>
            </a:r>
            <a:r>
              <a:rPr lang="en-GB" sz="1200">
                <a:solidFill>
                  <a:schemeClr val="lt1"/>
                </a:solidFill>
                <a:latin typeface="Century Gothic"/>
                <a:ea typeface="Century Gothic"/>
                <a:cs typeface="Century Gothic"/>
                <a:sym typeface="Century Gothic"/>
              </a:rPr>
              <a:t>Proper understanding of contract</a:t>
            </a:r>
            <a:endParaRPr/>
          </a:p>
          <a:p>
            <a:pPr indent="0" lvl="0" marL="0" marR="0" rtl="0" algn="l">
              <a:spcBef>
                <a:spcPts val="0"/>
              </a:spcBef>
              <a:spcAft>
                <a:spcPts val="0"/>
              </a:spcAft>
              <a:buNone/>
            </a:pPr>
            <a:r>
              <a:rPr lang="en-GB" sz="1200">
                <a:solidFill>
                  <a:schemeClr val="lt1"/>
                </a:solidFill>
                <a:latin typeface="Century Gothic"/>
                <a:ea typeface="Century Gothic"/>
                <a:cs typeface="Century Gothic"/>
                <a:sym typeface="Century Gothic"/>
              </a:rPr>
              <a:t>- Thorough explanation of agreements</a:t>
            </a:r>
            <a:endParaRPr/>
          </a:p>
          <a:p>
            <a:pPr indent="0" lvl="0" marL="0" marR="0" rtl="0" algn="l">
              <a:spcBef>
                <a:spcPts val="0"/>
              </a:spcBef>
              <a:spcAft>
                <a:spcPts val="0"/>
              </a:spcAft>
              <a:buNone/>
            </a:pPr>
            <a:r>
              <a:rPr lang="en-GB" sz="1200">
                <a:solidFill>
                  <a:schemeClr val="lt1"/>
                </a:solidFill>
                <a:latin typeface="Century Gothic"/>
                <a:ea typeface="Century Gothic"/>
                <a:cs typeface="Century Gothic"/>
                <a:sym typeface="Century Gothic"/>
              </a:rPr>
              <a:t>- A plan which will connect in a different province</a:t>
            </a:r>
            <a:endParaRPr/>
          </a:p>
          <a:p>
            <a:pPr indent="0" lvl="0" marL="0" marR="0" rtl="0" algn="l">
              <a:spcBef>
                <a:spcPts val="0"/>
              </a:spcBef>
              <a:spcAft>
                <a:spcPts val="0"/>
              </a:spcAft>
              <a:buNone/>
            </a:pPr>
            <a:r>
              <a:rPr lang="en-GB" sz="1200">
                <a:solidFill>
                  <a:schemeClr val="lt1"/>
                </a:solidFill>
                <a:latin typeface="Century Gothic"/>
                <a:ea typeface="Century Gothic"/>
                <a:cs typeface="Century Gothic"/>
                <a:sym typeface="Century Gothic"/>
              </a:rPr>
              <a:t>- A plan that won’t require much IT knowledge</a:t>
            </a:r>
            <a:endParaRPr/>
          </a:p>
          <a:p>
            <a:pPr indent="0" lvl="0" marL="0" marR="0" rtl="0" algn="l">
              <a:spcBef>
                <a:spcPts val="0"/>
              </a:spcBef>
              <a:spcAft>
                <a:spcPts val="0"/>
              </a:spcAft>
              <a:buNone/>
            </a:pPr>
            <a:r>
              <a:t/>
            </a:r>
            <a:endParaRPr sz="1200">
              <a:solidFill>
                <a:schemeClr val="lt1"/>
              </a:solidFill>
              <a:latin typeface="Century Gothic"/>
              <a:ea typeface="Century Gothic"/>
              <a:cs typeface="Century Gothic"/>
              <a:sym typeface="Century Gothic"/>
            </a:endParaRPr>
          </a:p>
          <a:p>
            <a:pPr indent="0" lvl="0" marL="0" marR="0" rtl="0" algn="l">
              <a:spcBef>
                <a:spcPts val="0"/>
              </a:spcBef>
              <a:spcAft>
                <a:spcPts val="0"/>
              </a:spcAft>
              <a:buNone/>
            </a:pPr>
            <a:r>
              <a:rPr b="1" lang="en-GB" sz="1200">
                <a:solidFill>
                  <a:schemeClr val="lt1"/>
                </a:solidFill>
                <a:latin typeface="Century Gothic"/>
                <a:ea typeface="Century Gothic"/>
                <a:cs typeface="Century Gothic"/>
                <a:sym typeface="Century Gothic"/>
              </a:rPr>
              <a:t>Challenges:</a:t>
            </a:r>
            <a:endParaRPr/>
          </a:p>
          <a:p>
            <a:pPr indent="0" lvl="0" marL="0" marR="0" rtl="0" algn="l">
              <a:spcBef>
                <a:spcPts val="0"/>
              </a:spcBef>
              <a:spcAft>
                <a:spcPts val="0"/>
              </a:spcAft>
              <a:buNone/>
            </a:pPr>
            <a:r>
              <a:rPr lang="en-GB" sz="1200">
                <a:solidFill>
                  <a:schemeClr val="lt1"/>
                </a:solidFill>
                <a:latin typeface="Century Gothic"/>
                <a:ea typeface="Century Gothic"/>
                <a:cs typeface="Century Gothic"/>
                <a:sym typeface="Century Gothic"/>
              </a:rPr>
              <a:t>● Misunderstanding of policies</a:t>
            </a:r>
            <a:endParaRPr/>
          </a:p>
          <a:p>
            <a:pPr indent="0" lvl="0" marL="0" marR="0" rtl="0" algn="l">
              <a:spcBef>
                <a:spcPts val="0"/>
              </a:spcBef>
              <a:spcAft>
                <a:spcPts val="0"/>
              </a:spcAft>
              <a:buNone/>
            </a:pPr>
            <a:r>
              <a:rPr lang="en-GB" sz="1200">
                <a:solidFill>
                  <a:schemeClr val="lt1"/>
                </a:solidFill>
                <a:latin typeface="Century Gothic"/>
                <a:ea typeface="Century Gothic"/>
                <a:cs typeface="Century Gothic"/>
                <a:sym typeface="Century Gothic"/>
              </a:rPr>
              <a:t>● Bad customer service</a:t>
            </a:r>
            <a:endParaRPr/>
          </a:p>
          <a:p>
            <a:pPr indent="0" lvl="0" marL="0" marR="0" rtl="0" algn="l">
              <a:spcBef>
                <a:spcPts val="0"/>
              </a:spcBef>
              <a:spcAft>
                <a:spcPts val="0"/>
              </a:spcAft>
              <a:buNone/>
            </a:pPr>
            <a:r>
              <a:rPr lang="en-GB" sz="1200">
                <a:solidFill>
                  <a:schemeClr val="lt1"/>
                </a:solidFill>
                <a:latin typeface="Century Gothic"/>
                <a:ea typeface="Century Gothic"/>
                <a:cs typeface="Century Gothic"/>
                <a:sym typeface="Century Gothic"/>
              </a:rPr>
              <a:t>● Inexperienced agent</a:t>
            </a:r>
            <a:endParaRPr/>
          </a:p>
          <a:p>
            <a:pPr indent="0" lvl="0" marL="0" marR="0" rtl="0" algn="l">
              <a:spcBef>
                <a:spcPts val="0"/>
              </a:spcBef>
              <a:spcAft>
                <a:spcPts val="0"/>
              </a:spcAft>
              <a:buNone/>
            </a:pPr>
            <a:r>
              <a:rPr lang="en-GB" sz="1200">
                <a:solidFill>
                  <a:schemeClr val="lt1"/>
                </a:solidFill>
                <a:latin typeface="Century Gothic"/>
                <a:ea typeface="Century Gothic"/>
                <a:cs typeface="Century Gothic"/>
                <a:sym typeface="Century Gothic"/>
              </a:rPr>
              <a:t>● Back and forth of the cancellation process</a:t>
            </a:r>
            <a:endParaRPr/>
          </a:p>
          <a:p>
            <a:pPr indent="0" lvl="0" marL="0" marR="0" rtl="0" algn="l">
              <a:spcBef>
                <a:spcPts val="0"/>
              </a:spcBef>
              <a:spcAft>
                <a:spcPts val="0"/>
              </a:spcAft>
              <a:buNone/>
            </a:pPr>
            <a:r>
              <a:rPr lang="en-GB" sz="1200">
                <a:solidFill>
                  <a:schemeClr val="lt1"/>
                </a:solidFill>
                <a:latin typeface="Century Gothic"/>
                <a:ea typeface="Century Gothic"/>
                <a:cs typeface="Century Gothic"/>
                <a:sym typeface="Century Gothic"/>
              </a:rPr>
              <a:t>● Miscommunication</a:t>
            </a:r>
            <a:endParaRPr/>
          </a:p>
          <a:p>
            <a:pPr indent="0" lvl="0" marL="0" marR="0" rtl="0" algn="l">
              <a:spcBef>
                <a:spcPts val="0"/>
              </a:spcBef>
              <a:spcAft>
                <a:spcPts val="0"/>
              </a:spcAft>
              <a:buNone/>
            </a:pPr>
            <a:r>
              <a:rPr lang="en-GB" sz="1200">
                <a:solidFill>
                  <a:schemeClr val="lt1"/>
                </a:solidFill>
                <a:latin typeface="Century Gothic"/>
                <a:ea typeface="Century Gothic"/>
                <a:cs typeface="Century Gothic"/>
                <a:sym typeface="Century Gothic"/>
              </a:rPr>
              <a:t>● Complex use of words</a:t>
            </a:r>
            <a:endParaRPr/>
          </a:p>
          <a:p>
            <a:pPr indent="0" lvl="0" marL="0" marR="0" rtl="0" algn="l">
              <a:spcBef>
                <a:spcPts val="0"/>
              </a:spcBef>
              <a:spcAft>
                <a:spcPts val="0"/>
              </a:spcAft>
              <a:buNone/>
            </a:pPr>
            <a:r>
              <a:rPr lang="en-GB" sz="1200">
                <a:solidFill>
                  <a:schemeClr val="lt1"/>
                </a:solidFill>
                <a:latin typeface="Century Gothic"/>
                <a:ea typeface="Century Gothic"/>
                <a:cs typeface="Century Gothic"/>
                <a:sym typeface="Century Gothic"/>
              </a:rPr>
              <a:t>● Lack of feedback communication</a:t>
            </a:r>
            <a:endParaRPr/>
          </a:p>
          <a:p>
            <a:pPr indent="0" lvl="0" marL="0" marR="0" rtl="0" algn="l">
              <a:spcBef>
                <a:spcPts val="0"/>
              </a:spcBef>
              <a:spcAft>
                <a:spcPts val="0"/>
              </a:spcAft>
              <a:buNone/>
            </a:pPr>
            <a:r>
              <a:t/>
            </a:r>
            <a:endParaRPr sz="1200">
              <a:solidFill>
                <a:schemeClr val="lt1"/>
              </a:solidFill>
              <a:latin typeface="Century Gothic"/>
              <a:ea typeface="Century Gothic"/>
              <a:cs typeface="Century Gothic"/>
              <a:sym typeface="Century Gothic"/>
            </a:endParaRPr>
          </a:p>
          <a:p>
            <a:pPr indent="0" lvl="0" marL="0" marR="0" rtl="0" algn="l">
              <a:spcBef>
                <a:spcPts val="0"/>
              </a:spcBef>
              <a:spcAft>
                <a:spcPts val="0"/>
              </a:spcAft>
              <a:buNone/>
            </a:pPr>
            <a:r>
              <a:rPr b="1" lang="en-GB" sz="1200">
                <a:solidFill>
                  <a:schemeClr val="lt1"/>
                </a:solidFill>
                <a:latin typeface="Century Gothic"/>
                <a:ea typeface="Century Gothic"/>
                <a:cs typeface="Century Gothic"/>
                <a:sym typeface="Century Gothic"/>
              </a:rPr>
              <a:t>Goals:</a:t>
            </a:r>
            <a:endParaRPr/>
          </a:p>
          <a:p>
            <a:pPr indent="0" lvl="0" marL="0" marR="0" rtl="0" algn="l">
              <a:spcBef>
                <a:spcPts val="0"/>
              </a:spcBef>
              <a:spcAft>
                <a:spcPts val="0"/>
              </a:spcAft>
              <a:buNone/>
            </a:pPr>
            <a:r>
              <a:rPr lang="en-GB" sz="1200">
                <a:solidFill>
                  <a:schemeClr val="lt1"/>
                </a:solidFill>
                <a:latin typeface="Century Gothic"/>
                <a:ea typeface="Century Gothic"/>
                <a:cs typeface="Century Gothic"/>
                <a:sym typeface="Century Gothic"/>
              </a:rPr>
              <a:t>● Have a clear policy agreement</a:t>
            </a:r>
            <a:endParaRPr/>
          </a:p>
          <a:p>
            <a:pPr indent="0" lvl="0" marL="0" marR="0" rtl="0" algn="l">
              <a:spcBef>
                <a:spcPts val="0"/>
              </a:spcBef>
              <a:spcAft>
                <a:spcPts val="0"/>
              </a:spcAft>
              <a:buNone/>
            </a:pPr>
            <a:r>
              <a:rPr lang="en-GB" sz="1200">
                <a:solidFill>
                  <a:schemeClr val="lt1"/>
                </a:solidFill>
                <a:latin typeface="Century Gothic"/>
                <a:ea typeface="Century Gothic"/>
                <a:cs typeface="Century Gothic"/>
                <a:sym typeface="Century Gothic"/>
              </a:rPr>
              <a:t>● Get assistance from an experienced agent</a:t>
            </a:r>
            <a:endParaRPr/>
          </a:p>
          <a:p>
            <a:pPr indent="0" lvl="0" marL="0" marR="0" rtl="0" algn="l">
              <a:spcBef>
                <a:spcPts val="0"/>
              </a:spcBef>
              <a:spcAft>
                <a:spcPts val="0"/>
              </a:spcAft>
              <a:buNone/>
            </a:pPr>
            <a:r>
              <a:rPr lang="en-GB" sz="1200">
                <a:solidFill>
                  <a:schemeClr val="lt1"/>
                </a:solidFill>
                <a:latin typeface="Century Gothic"/>
                <a:ea typeface="Century Gothic"/>
                <a:cs typeface="Century Gothic"/>
                <a:sym typeface="Century Gothic"/>
              </a:rPr>
              <a:t>● Deal with kind, friendly and professional agents</a:t>
            </a:r>
            <a:endParaRPr/>
          </a:p>
          <a:p>
            <a:pPr indent="0" lvl="0" marL="0" marR="0" rtl="0" algn="l">
              <a:spcBef>
                <a:spcPts val="0"/>
              </a:spcBef>
              <a:spcAft>
                <a:spcPts val="0"/>
              </a:spcAft>
              <a:buNone/>
            </a:pPr>
            <a:r>
              <a:rPr lang="en-GB" sz="1200">
                <a:solidFill>
                  <a:schemeClr val="lt1"/>
                </a:solidFill>
                <a:latin typeface="Century Gothic"/>
                <a:ea typeface="Century Gothic"/>
                <a:cs typeface="Century Gothic"/>
                <a:sym typeface="Century Gothic"/>
              </a:rPr>
              <a:t>● Have simple words that explain vivid details</a:t>
            </a:r>
            <a:endParaRPr sz="1200">
              <a:solidFill>
                <a:schemeClr val="lt1"/>
              </a:solidFill>
              <a:latin typeface="Century Gothic"/>
              <a:ea typeface="Century Gothic"/>
              <a:cs typeface="Century Gothic"/>
              <a:sym typeface="Century Gothic"/>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3" name="Shape 273"/>
        <p:cNvGrpSpPr/>
        <p:nvPr/>
      </p:nvGrpSpPr>
      <p:grpSpPr>
        <a:xfrm>
          <a:off x="0" y="0"/>
          <a:ext cx="0" cy="0"/>
          <a:chOff x="0" y="0"/>
          <a:chExt cx="0" cy="0"/>
        </a:xfrm>
      </p:grpSpPr>
      <p:sp>
        <p:nvSpPr>
          <p:cNvPr id="274" name="Google Shape;274;p4"/>
          <p:cNvSpPr txBox="1"/>
          <p:nvPr/>
        </p:nvSpPr>
        <p:spPr>
          <a:xfrm>
            <a:off x="767607" y="700838"/>
            <a:ext cx="95124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chemeClr val="lt1"/>
                </a:solidFill>
                <a:latin typeface="Century Gothic"/>
                <a:ea typeface="Century Gothic"/>
                <a:cs typeface="Century Gothic"/>
                <a:sym typeface="Century Gothic"/>
              </a:rPr>
              <a:t>Findings and insights in Telecoms Industry: Review of % rate per company 2022/2023</a:t>
            </a:r>
            <a:endParaRPr b="1" sz="1800">
              <a:solidFill>
                <a:schemeClr val="lt1"/>
              </a:solidFill>
              <a:latin typeface="Century Gothic"/>
              <a:ea typeface="Century Gothic"/>
              <a:cs typeface="Century Gothic"/>
              <a:sym typeface="Century Gothic"/>
            </a:endParaRPr>
          </a:p>
        </p:txBody>
      </p:sp>
      <p:pic>
        <p:nvPicPr>
          <p:cNvPr id="275" name="Google Shape;275;p4"/>
          <p:cNvPicPr preferRelativeResize="0"/>
          <p:nvPr/>
        </p:nvPicPr>
        <p:blipFill rotWithShape="1">
          <a:blip r:embed="rId3">
            <a:alphaModFix/>
          </a:blip>
          <a:srcRect b="0" l="0" r="0" t="0"/>
          <a:stretch/>
        </p:blipFill>
        <p:spPr>
          <a:xfrm>
            <a:off x="2062184" y="1262587"/>
            <a:ext cx="5047825" cy="3622359"/>
          </a:xfrm>
          <a:prstGeom prst="rect">
            <a:avLst/>
          </a:prstGeom>
          <a:noFill/>
          <a:ln>
            <a:noFill/>
          </a:ln>
        </p:spPr>
      </p:pic>
      <p:sp>
        <p:nvSpPr>
          <p:cNvPr id="276" name="Google Shape;276;p4"/>
          <p:cNvSpPr txBox="1"/>
          <p:nvPr/>
        </p:nvSpPr>
        <p:spPr>
          <a:xfrm>
            <a:off x="7344726" y="3622363"/>
            <a:ext cx="3458400" cy="969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800">
                <a:solidFill>
                  <a:schemeClr val="lt1"/>
                </a:solidFill>
                <a:latin typeface="Century Gothic"/>
                <a:ea typeface="Century Gothic"/>
                <a:cs typeface="Century Gothic"/>
                <a:sym typeface="Century Gothic"/>
              </a:rPr>
              <a:t>Source:</a:t>
            </a:r>
            <a:endParaRPr>
              <a:solidFill>
                <a:schemeClr val="lt1"/>
              </a:solidFill>
            </a:endParaRPr>
          </a:p>
          <a:p>
            <a:pPr indent="0" lvl="0" marL="0" marR="0" rtl="0" algn="l">
              <a:spcBef>
                <a:spcPts val="0"/>
              </a:spcBef>
              <a:spcAft>
                <a:spcPts val="0"/>
              </a:spcAft>
              <a:buNone/>
            </a:pPr>
            <a:r>
              <a:rPr i="0" lang="en-GB" sz="800" u="sng">
                <a:solidFill>
                  <a:schemeClr val="accent1"/>
                </a:solidFill>
                <a:latin typeface="Century Gothic"/>
                <a:ea typeface="Century Gothic"/>
                <a:cs typeface="Century Gothic"/>
                <a:sym typeface="Century Gothic"/>
                <a:hlinkClick r:id="rId4">
                  <a:extLst>
                    <a:ext uri="{A12FA001-AC4F-418D-AE19-62706E023703}">
                      <ahyp:hlinkClr val="tx"/>
                    </a:ext>
                  </a:extLst>
                </a:hlinkClick>
              </a:rPr>
              <a:t>https://www.hellopeter.com/mtn/</a:t>
            </a:r>
            <a:endParaRPr i="0" sz="800" u="sng">
              <a:solidFill>
                <a:schemeClr val="accent1"/>
              </a:solidFill>
              <a:latin typeface="Century Gothic"/>
              <a:ea typeface="Century Gothic"/>
              <a:cs typeface="Century Gothic"/>
              <a:sym typeface="Century Gothic"/>
            </a:endParaRPr>
          </a:p>
          <a:p>
            <a:pPr indent="0" lvl="0" marL="0" marR="0" rtl="0" algn="l">
              <a:spcBef>
                <a:spcPts val="0"/>
              </a:spcBef>
              <a:spcAft>
                <a:spcPts val="0"/>
              </a:spcAft>
              <a:buNone/>
            </a:pPr>
            <a:r>
              <a:rPr lang="en-GB" sz="800" u="sng">
                <a:solidFill>
                  <a:schemeClr val="accent1"/>
                </a:solidFill>
                <a:latin typeface="Century Gothic"/>
                <a:ea typeface="Century Gothic"/>
                <a:cs typeface="Century Gothic"/>
                <a:sym typeface="Century Gothic"/>
                <a:hlinkClick r:id="rId5">
                  <a:extLst>
                    <a:ext uri="{A12FA001-AC4F-418D-AE19-62706E023703}">
                      <ahyp:hlinkClr val="tx"/>
                    </a:ext>
                  </a:extLst>
                </a:hlinkClick>
              </a:rPr>
              <a:t>https://www.hellopeter.com/vodacom</a:t>
            </a:r>
            <a:endParaRPr sz="800">
              <a:solidFill>
                <a:schemeClr val="accent1"/>
              </a:solidFill>
              <a:latin typeface="Century Gothic"/>
              <a:ea typeface="Century Gothic"/>
              <a:cs typeface="Century Gothic"/>
              <a:sym typeface="Century Gothic"/>
            </a:endParaRPr>
          </a:p>
          <a:p>
            <a:pPr indent="0" lvl="0" marL="0" marR="0" rtl="0" algn="l">
              <a:spcBef>
                <a:spcPts val="0"/>
              </a:spcBef>
              <a:spcAft>
                <a:spcPts val="0"/>
              </a:spcAft>
              <a:buNone/>
            </a:pPr>
            <a:r>
              <a:rPr lang="en-GB" sz="800" u="sng">
                <a:solidFill>
                  <a:schemeClr val="accent1"/>
                </a:solidFill>
                <a:latin typeface="Century Gothic"/>
                <a:ea typeface="Century Gothic"/>
                <a:cs typeface="Century Gothic"/>
                <a:sym typeface="Century Gothic"/>
                <a:hlinkClick r:id="rId6">
                  <a:extLst>
                    <a:ext uri="{A12FA001-AC4F-418D-AE19-62706E023703}">
                      <ahyp:hlinkClr val="tx"/>
                    </a:ext>
                  </a:extLst>
                </a:hlinkClick>
              </a:rPr>
              <a:t>https://www.hellopeter.com/telkom</a:t>
            </a:r>
            <a:endParaRPr sz="800">
              <a:solidFill>
                <a:schemeClr val="accent1"/>
              </a:solidFill>
              <a:latin typeface="Century Gothic"/>
              <a:ea typeface="Century Gothic"/>
              <a:cs typeface="Century Gothic"/>
              <a:sym typeface="Century Gothic"/>
            </a:endParaRPr>
          </a:p>
          <a:p>
            <a:pPr indent="0" lvl="0" marL="0" marR="0" rtl="0" algn="l">
              <a:spcBef>
                <a:spcPts val="0"/>
              </a:spcBef>
              <a:spcAft>
                <a:spcPts val="0"/>
              </a:spcAft>
              <a:buNone/>
            </a:pPr>
            <a:r>
              <a:rPr lang="en-GB" sz="800" u="sng">
                <a:solidFill>
                  <a:schemeClr val="accent1"/>
                </a:solidFill>
                <a:latin typeface="Century Gothic"/>
                <a:ea typeface="Century Gothic"/>
                <a:cs typeface="Century Gothic"/>
                <a:sym typeface="Century Gothic"/>
                <a:hlinkClick r:id="rId7">
                  <a:extLst>
                    <a:ext uri="{A12FA001-AC4F-418D-AE19-62706E023703}">
                      <ahyp:hlinkClr val="tx"/>
                    </a:ext>
                  </a:extLst>
                </a:hlinkClick>
              </a:rPr>
              <a:t>https://www.hellopeter.com/cell-c</a:t>
            </a:r>
            <a:endParaRPr sz="800">
              <a:solidFill>
                <a:schemeClr val="accent1"/>
              </a:solidFill>
              <a:latin typeface="Century Gothic"/>
              <a:ea typeface="Century Gothic"/>
              <a:cs typeface="Century Gothic"/>
              <a:sym typeface="Century Gothic"/>
            </a:endParaRPr>
          </a:p>
          <a:p>
            <a:pPr indent="0" lvl="0" marL="0" marR="0" rtl="0" algn="l">
              <a:spcBef>
                <a:spcPts val="0"/>
              </a:spcBef>
              <a:spcAft>
                <a:spcPts val="0"/>
              </a:spcAft>
              <a:buNone/>
            </a:pPr>
            <a:r>
              <a:rPr lang="en-GB" sz="800">
                <a:solidFill>
                  <a:schemeClr val="accent1"/>
                </a:solidFill>
                <a:latin typeface="Century Gothic"/>
                <a:ea typeface="Century Gothic"/>
                <a:cs typeface="Century Gothic"/>
                <a:sym typeface="Century Gothic"/>
              </a:rPr>
              <a:t>https://www.hellopeter.com/rain-internet-service-provide</a:t>
            </a:r>
            <a:r>
              <a:rPr lang="en-GB" sz="800">
                <a:solidFill>
                  <a:schemeClr val="lt1"/>
                </a:solidFill>
                <a:latin typeface="Century Gothic"/>
                <a:ea typeface="Century Gothic"/>
                <a:cs typeface="Century Gothic"/>
                <a:sym typeface="Century Gothic"/>
              </a:rPr>
              <a:t>r</a:t>
            </a:r>
            <a:endParaRPr>
              <a:solidFill>
                <a:schemeClr val="lt1"/>
              </a:solidFill>
            </a:endParaRPr>
          </a:p>
          <a:p>
            <a:pPr indent="0" lvl="0" marL="0" marR="0" rtl="0" algn="l">
              <a:spcBef>
                <a:spcPts val="0"/>
              </a:spcBef>
              <a:spcAft>
                <a:spcPts val="0"/>
              </a:spcAft>
              <a:buNone/>
            </a:pPr>
            <a:r>
              <a:t/>
            </a:r>
            <a:endParaRPr sz="900">
              <a:solidFill>
                <a:schemeClr val="lt1"/>
              </a:solidFill>
              <a:latin typeface="Century Gothic"/>
              <a:ea typeface="Century Gothic"/>
              <a:cs typeface="Century Gothic"/>
              <a:sym typeface="Century Gothic"/>
            </a:endParaRPr>
          </a:p>
        </p:txBody>
      </p:sp>
      <p:sp>
        <p:nvSpPr>
          <p:cNvPr id="277" name="Google Shape;277;p4"/>
          <p:cNvSpPr txBox="1"/>
          <p:nvPr/>
        </p:nvSpPr>
        <p:spPr>
          <a:xfrm>
            <a:off x="767600" y="5158175"/>
            <a:ext cx="10695900" cy="831000"/>
          </a:xfrm>
          <a:prstGeom prst="rect">
            <a:avLst/>
          </a:prstGeom>
          <a:noFill/>
          <a:ln cap="flat" cmpd="sng" w="9525">
            <a:solidFill>
              <a:schemeClr val="l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spcBef>
                <a:spcPts val="0"/>
              </a:spcBef>
              <a:spcAft>
                <a:spcPts val="0"/>
              </a:spcAft>
              <a:buNone/>
            </a:pPr>
            <a:r>
              <a:rPr lang="en-GB" sz="1200">
                <a:solidFill>
                  <a:schemeClr val="lt1"/>
                </a:solidFill>
                <a:latin typeface="Century Gothic"/>
                <a:ea typeface="Century Gothic"/>
                <a:cs typeface="Century Gothic"/>
                <a:sym typeface="Century Gothic"/>
              </a:rPr>
              <a:t>In the telecoms industry for the year 2022/23, customer reviews reflect a prevalent dissatisfaction, with most users assigning 1-star ratings across major companies such as MTN, Vodacom, Telkom, and Cell C. These ratings indicate significant room for improvement in enhancing customer experiences. Notably, Rain stands out with a better rating, as a substantial number of users express high satisfaction with 5-star ratings. Overall, the findings underscore the industry's need for improvements in addressing customer concerns and elevating satisfaction levels.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1" name="Shape 281"/>
        <p:cNvGrpSpPr/>
        <p:nvPr/>
      </p:nvGrpSpPr>
      <p:grpSpPr>
        <a:xfrm>
          <a:off x="0" y="0"/>
          <a:ext cx="0" cy="0"/>
          <a:chOff x="0" y="0"/>
          <a:chExt cx="0" cy="0"/>
        </a:xfrm>
      </p:grpSpPr>
      <p:sp>
        <p:nvSpPr>
          <p:cNvPr id="282" name="Google Shape;282;p5"/>
          <p:cNvSpPr txBox="1"/>
          <p:nvPr/>
        </p:nvSpPr>
        <p:spPr>
          <a:xfrm>
            <a:off x="7313422" y="4063919"/>
            <a:ext cx="2996100" cy="723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800">
                <a:solidFill>
                  <a:schemeClr val="lt1"/>
                </a:solidFill>
                <a:latin typeface="Century Gothic"/>
                <a:ea typeface="Century Gothic"/>
                <a:cs typeface="Century Gothic"/>
                <a:sym typeface="Century Gothic"/>
              </a:rPr>
              <a:t>Source:</a:t>
            </a:r>
            <a:endParaRPr/>
          </a:p>
          <a:p>
            <a:pPr indent="0" lvl="0" marL="0" marR="0" rtl="0" algn="l">
              <a:spcBef>
                <a:spcPts val="0"/>
              </a:spcBef>
              <a:spcAft>
                <a:spcPts val="0"/>
              </a:spcAft>
              <a:buNone/>
            </a:pPr>
            <a:r>
              <a:rPr lang="en-GB" sz="800" u="sng">
                <a:solidFill>
                  <a:schemeClr val="hlink"/>
                </a:solidFill>
                <a:latin typeface="Century Gothic"/>
                <a:ea typeface="Century Gothic"/>
                <a:cs typeface="Century Gothic"/>
                <a:sym typeface="Century Gothic"/>
                <a:hlinkClick r:id="rId3"/>
              </a:rPr>
              <a:t>https://www.hellopeter.com/cell-c?page=3978</a:t>
            </a:r>
            <a:endParaRPr b="0" i="0" sz="800" u="sng">
              <a:solidFill>
                <a:schemeClr val="lt1"/>
              </a:solidFill>
              <a:latin typeface="Century Gothic"/>
              <a:ea typeface="Century Gothic"/>
              <a:cs typeface="Century Gothic"/>
              <a:sym typeface="Century Gothic"/>
            </a:endParaRPr>
          </a:p>
          <a:p>
            <a:pPr indent="0" lvl="0" marL="0" marR="0" rtl="0" algn="l">
              <a:spcBef>
                <a:spcPts val="0"/>
              </a:spcBef>
              <a:spcAft>
                <a:spcPts val="0"/>
              </a:spcAft>
              <a:buNone/>
            </a:pPr>
            <a:r>
              <a:rPr lang="en-GB" sz="800" u="sng">
                <a:solidFill>
                  <a:schemeClr val="hlink"/>
                </a:solidFill>
                <a:latin typeface="Century Gothic"/>
                <a:ea typeface="Century Gothic"/>
                <a:cs typeface="Century Gothic"/>
                <a:sym typeface="Century Gothic"/>
                <a:hlinkClick r:id="rId4"/>
              </a:rPr>
              <a:t>https://www.hellopeter.com/vodacom?page=10982</a:t>
            </a:r>
            <a:endParaRPr sz="800">
              <a:solidFill>
                <a:schemeClr val="lt1"/>
              </a:solidFill>
              <a:latin typeface="Century Gothic"/>
              <a:ea typeface="Century Gothic"/>
              <a:cs typeface="Century Gothic"/>
              <a:sym typeface="Century Gothic"/>
            </a:endParaRPr>
          </a:p>
          <a:p>
            <a:pPr indent="0" lvl="0" marL="0" marR="0" rtl="0" algn="l">
              <a:spcBef>
                <a:spcPts val="0"/>
              </a:spcBef>
              <a:spcAft>
                <a:spcPts val="0"/>
              </a:spcAft>
              <a:buNone/>
            </a:pPr>
            <a:r>
              <a:rPr lang="en-GB" sz="800" u="sng">
                <a:solidFill>
                  <a:schemeClr val="hlink"/>
                </a:solidFill>
                <a:latin typeface="Century Gothic"/>
                <a:ea typeface="Century Gothic"/>
                <a:cs typeface="Century Gothic"/>
                <a:sym typeface="Century Gothic"/>
                <a:hlinkClick r:id="rId5"/>
              </a:rPr>
              <a:t>https://www.hellopeter.com/mtn?page=1</a:t>
            </a:r>
            <a:endParaRPr/>
          </a:p>
          <a:p>
            <a:pPr indent="0" lvl="0" marL="0" marR="0" rtl="0" algn="l">
              <a:spcBef>
                <a:spcPts val="0"/>
              </a:spcBef>
              <a:spcAft>
                <a:spcPts val="0"/>
              </a:spcAft>
              <a:buNone/>
            </a:pPr>
            <a:r>
              <a:t/>
            </a:r>
            <a:endParaRPr sz="900">
              <a:solidFill>
                <a:schemeClr val="lt1"/>
              </a:solidFill>
              <a:latin typeface="Century Gothic"/>
              <a:ea typeface="Century Gothic"/>
              <a:cs typeface="Century Gothic"/>
              <a:sym typeface="Century Gothic"/>
            </a:endParaRPr>
          </a:p>
        </p:txBody>
      </p:sp>
      <p:sp>
        <p:nvSpPr>
          <p:cNvPr id="283" name="Google Shape;283;p5"/>
          <p:cNvSpPr txBox="1"/>
          <p:nvPr/>
        </p:nvSpPr>
        <p:spPr>
          <a:xfrm>
            <a:off x="767607" y="683488"/>
            <a:ext cx="7909500" cy="36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chemeClr val="lt1"/>
                </a:solidFill>
                <a:latin typeface="Century Gothic"/>
                <a:ea typeface="Century Gothic"/>
                <a:cs typeface="Century Gothic"/>
                <a:sym typeface="Century Gothic"/>
              </a:rPr>
              <a:t>Findings and insights in Telecoms Industry: Service Reviews </a:t>
            </a:r>
            <a:endParaRPr b="1" sz="1800">
              <a:solidFill>
                <a:schemeClr val="lt1"/>
              </a:solidFill>
              <a:latin typeface="Century Gothic"/>
              <a:ea typeface="Century Gothic"/>
              <a:cs typeface="Century Gothic"/>
              <a:sym typeface="Century Gothic"/>
            </a:endParaRPr>
          </a:p>
        </p:txBody>
      </p:sp>
      <p:sp>
        <p:nvSpPr>
          <p:cNvPr id="284" name="Google Shape;284;p5"/>
          <p:cNvSpPr txBox="1"/>
          <p:nvPr/>
        </p:nvSpPr>
        <p:spPr>
          <a:xfrm>
            <a:off x="767600" y="5158175"/>
            <a:ext cx="10695900" cy="1200600"/>
          </a:xfrm>
          <a:prstGeom prst="rect">
            <a:avLst/>
          </a:prstGeom>
          <a:noFill/>
          <a:ln cap="flat" cmpd="sng" w="9525">
            <a:solidFill>
              <a:schemeClr val="l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spcBef>
                <a:spcPts val="0"/>
              </a:spcBef>
              <a:spcAft>
                <a:spcPts val="0"/>
              </a:spcAft>
              <a:buNone/>
            </a:pPr>
            <a:r>
              <a:rPr lang="en-GB" sz="1200">
                <a:solidFill>
                  <a:schemeClr val="lt1"/>
                </a:solidFill>
                <a:latin typeface="Century Gothic"/>
                <a:ea typeface="Century Gothic"/>
                <a:cs typeface="Century Gothic"/>
                <a:sym typeface="Century Gothic"/>
              </a:rPr>
              <a:t>The</a:t>
            </a:r>
            <a:r>
              <a:rPr lang="en-GB" sz="1200">
                <a:solidFill>
                  <a:schemeClr val="lt1"/>
                </a:solidFill>
                <a:latin typeface="Century Gothic"/>
                <a:ea typeface="Century Gothic"/>
                <a:cs typeface="Century Gothic"/>
                <a:sym typeface="Century Gothic"/>
              </a:rPr>
              <a:t> service reviews for MTN, Vodacom, and Cell C indicate different levels of customer satisfaction. MTN has accumulated a total of 81,143 reviews spanning with a predominant distribution in the "Very Bad" and "Bad" categories. Vodacom, amassing 120,799 reviews exhibits a more evenly distributed spectrum of star ratings, leaning towards positive reviews. In contrast, Cell C, with 43,749 reviews displays a diverse range of ratings, though it tends to garner fewer reviews overall compared to MTN and Vodacom. The insights suggest that Vodacom enjoys a comparatively better reputation among customers when compared to MTN and Cell C, receiving more favourable reviews in the higher star categories.</a:t>
            </a:r>
            <a:endParaRPr/>
          </a:p>
        </p:txBody>
      </p:sp>
      <p:pic>
        <p:nvPicPr>
          <p:cNvPr id="285" name="Google Shape;285;p5" title="Chart"/>
          <p:cNvPicPr preferRelativeResize="0"/>
          <p:nvPr/>
        </p:nvPicPr>
        <p:blipFill>
          <a:blip r:embed="rId6">
            <a:alphaModFix/>
          </a:blip>
          <a:stretch>
            <a:fillRect/>
          </a:stretch>
        </p:blipFill>
        <p:spPr>
          <a:xfrm>
            <a:off x="1296900" y="1379050"/>
            <a:ext cx="6052811" cy="350609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9" name="Shape 289"/>
        <p:cNvGrpSpPr/>
        <p:nvPr/>
      </p:nvGrpSpPr>
      <p:grpSpPr>
        <a:xfrm>
          <a:off x="0" y="0"/>
          <a:ext cx="0" cy="0"/>
          <a:chOff x="0" y="0"/>
          <a:chExt cx="0" cy="0"/>
        </a:xfrm>
      </p:grpSpPr>
      <p:pic>
        <p:nvPicPr>
          <p:cNvPr id="290" name="Google Shape;290;p6"/>
          <p:cNvPicPr preferRelativeResize="0"/>
          <p:nvPr/>
        </p:nvPicPr>
        <p:blipFill rotWithShape="1">
          <a:blip r:embed="rId3">
            <a:alphaModFix/>
          </a:blip>
          <a:srcRect b="0" l="0" r="0" t="0"/>
          <a:stretch/>
        </p:blipFill>
        <p:spPr>
          <a:xfrm>
            <a:off x="1239543" y="1262575"/>
            <a:ext cx="5870457" cy="3622374"/>
          </a:xfrm>
          <a:prstGeom prst="rect">
            <a:avLst/>
          </a:prstGeom>
          <a:noFill/>
          <a:ln>
            <a:noFill/>
          </a:ln>
        </p:spPr>
      </p:pic>
      <p:sp>
        <p:nvSpPr>
          <p:cNvPr id="291" name="Google Shape;291;p6"/>
          <p:cNvSpPr txBox="1"/>
          <p:nvPr/>
        </p:nvSpPr>
        <p:spPr>
          <a:xfrm>
            <a:off x="7233949" y="3753000"/>
            <a:ext cx="4057500" cy="969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800">
                <a:solidFill>
                  <a:schemeClr val="lt1"/>
                </a:solidFill>
                <a:latin typeface="Century Gothic"/>
                <a:ea typeface="Century Gothic"/>
                <a:cs typeface="Century Gothic"/>
                <a:sym typeface="Century Gothic"/>
              </a:rPr>
              <a:t>Source:</a:t>
            </a:r>
            <a:endParaRPr/>
          </a:p>
          <a:p>
            <a:pPr indent="0" lvl="0" marL="0" marR="0" rtl="0" algn="l">
              <a:spcBef>
                <a:spcPts val="0"/>
              </a:spcBef>
              <a:spcAft>
                <a:spcPts val="0"/>
              </a:spcAft>
              <a:buNone/>
            </a:pPr>
            <a:r>
              <a:rPr b="0" i="0" lang="en-GB" sz="800" u="sng">
                <a:solidFill>
                  <a:schemeClr val="accent1"/>
                </a:solidFill>
                <a:latin typeface="Century Gothic"/>
                <a:ea typeface="Century Gothic"/>
                <a:cs typeface="Century Gothic"/>
                <a:sym typeface="Century Gothic"/>
                <a:hlinkClick r:id="rId4">
                  <a:extLst>
                    <a:ext uri="{A12FA001-AC4F-418D-AE19-62706E023703}">
                      <ahyp:hlinkClr val="tx"/>
                    </a:ext>
                  </a:extLst>
                </a:hlinkClick>
              </a:rPr>
              <a:t>https://www.hellopeter.com/mtn/</a:t>
            </a:r>
            <a:endParaRPr b="0" i="0" sz="800" u="sng">
              <a:solidFill>
                <a:schemeClr val="accent1"/>
              </a:solidFill>
              <a:latin typeface="Century Gothic"/>
              <a:ea typeface="Century Gothic"/>
              <a:cs typeface="Century Gothic"/>
              <a:sym typeface="Century Gothic"/>
            </a:endParaRPr>
          </a:p>
          <a:p>
            <a:pPr indent="0" lvl="0" marL="0" marR="0" rtl="0" algn="l">
              <a:spcBef>
                <a:spcPts val="0"/>
              </a:spcBef>
              <a:spcAft>
                <a:spcPts val="0"/>
              </a:spcAft>
              <a:buNone/>
            </a:pPr>
            <a:r>
              <a:rPr lang="en-GB" sz="800" u="sng">
                <a:solidFill>
                  <a:schemeClr val="accent1"/>
                </a:solidFill>
                <a:latin typeface="Century Gothic"/>
                <a:ea typeface="Century Gothic"/>
                <a:cs typeface="Century Gothic"/>
                <a:sym typeface="Century Gothic"/>
                <a:hlinkClick r:id="rId5">
                  <a:extLst>
                    <a:ext uri="{A12FA001-AC4F-418D-AE19-62706E023703}">
                      <ahyp:hlinkClr val="tx"/>
                    </a:ext>
                  </a:extLst>
                </a:hlinkClick>
              </a:rPr>
              <a:t>https://www.hellopeter.com/vodacom</a:t>
            </a:r>
            <a:endParaRPr sz="800">
              <a:solidFill>
                <a:schemeClr val="accent1"/>
              </a:solidFill>
              <a:latin typeface="Century Gothic"/>
              <a:ea typeface="Century Gothic"/>
              <a:cs typeface="Century Gothic"/>
              <a:sym typeface="Century Gothic"/>
            </a:endParaRPr>
          </a:p>
          <a:p>
            <a:pPr indent="0" lvl="0" marL="0" marR="0" rtl="0" algn="l">
              <a:spcBef>
                <a:spcPts val="0"/>
              </a:spcBef>
              <a:spcAft>
                <a:spcPts val="0"/>
              </a:spcAft>
              <a:buNone/>
            </a:pPr>
            <a:r>
              <a:rPr lang="en-GB" sz="800" u="sng">
                <a:solidFill>
                  <a:schemeClr val="accent1"/>
                </a:solidFill>
                <a:latin typeface="Century Gothic"/>
                <a:ea typeface="Century Gothic"/>
                <a:cs typeface="Century Gothic"/>
                <a:sym typeface="Century Gothic"/>
                <a:hlinkClick r:id="rId6">
                  <a:extLst>
                    <a:ext uri="{A12FA001-AC4F-418D-AE19-62706E023703}">
                      <ahyp:hlinkClr val="tx"/>
                    </a:ext>
                  </a:extLst>
                </a:hlinkClick>
              </a:rPr>
              <a:t>https://www.hellopeter.com/telkom</a:t>
            </a:r>
            <a:endParaRPr sz="800">
              <a:solidFill>
                <a:schemeClr val="accent1"/>
              </a:solidFill>
              <a:latin typeface="Century Gothic"/>
              <a:ea typeface="Century Gothic"/>
              <a:cs typeface="Century Gothic"/>
              <a:sym typeface="Century Gothic"/>
            </a:endParaRPr>
          </a:p>
          <a:p>
            <a:pPr indent="0" lvl="0" marL="0" marR="0" rtl="0" algn="l">
              <a:spcBef>
                <a:spcPts val="0"/>
              </a:spcBef>
              <a:spcAft>
                <a:spcPts val="0"/>
              </a:spcAft>
              <a:buNone/>
            </a:pPr>
            <a:r>
              <a:rPr lang="en-GB" sz="800" u="sng">
                <a:solidFill>
                  <a:schemeClr val="accent1"/>
                </a:solidFill>
                <a:latin typeface="Century Gothic"/>
                <a:ea typeface="Century Gothic"/>
                <a:cs typeface="Century Gothic"/>
                <a:sym typeface="Century Gothic"/>
                <a:hlinkClick r:id="rId7">
                  <a:extLst>
                    <a:ext uri="{A12FA001-AC4F-418D-AE19-62706E023703}">
                      <ahyp:hlinkClr val="tx"/>
                    </a:ext>
                  </a:extLst>
                </a:hlinkClick>
              </a:rPr>
              <a:t>https://w</a:t>
            </a:r>
            <a:r>
              <a:rPr lang="en-GB" sz="800" u="sng">
                <a:solidFill>
                  <a:schemeClr val="accent1"/>
                </a:solidFill>
                <a:latin typeface="Century Gothic"/>
                <a:ea typeface="Century Gothic"/>
                <a:cs typeface="Century Gothic"/>
                <a:sym typeface="Century Gothic"/>
                <a:hlinkClick r:id="rId8">
                  <a:extLst>
                    <a:ext uri="{A12FA001-AC4F-418D-AE19-62706E023703}">
                      <ahyp:hlinkClr val="tx"/>
                    </a:ext>
                  </a:extLst>
                </a:hlinkClick>
              </a:rPr>
              <a:t>ww.hellopeter.com/cell-c</a:t>
            </a:r>
            <a:endParaRPr sz="800">
              <a:solidFill>
                <a:schemeClr val="accent1"/>
              </a:solidFill>
              <a:latin typeface="Century Gothic"/>
              <a:ea typeface="Century Gothic"/>
              <a:cs typeface="Century Gothic"/>
              <a:sym typeface="Century Gothic"/>
            </a:endParaRPr>
          </a:p>
          <a:p>
            <a:pPr indent="0" lvl="0" marL="0" marR="0" rtl="0" algn="l">
              <a:spcBef>
                <a:spcPts val="0"/>
              </a:spcBef>
              <a:spcAft>
                <a:spcPts val="0"/>
              </a:spcAft>
              <a:buNone/>
            </a:pPr>
            <a:r>
              <a:rPr lang="en-GB" sz="800">
                <a:solidFill>
                  <a:schemeClr val="accent1"/>
                </a:solidFill>
                <a:latin typeface="Century Gothic"/>
                <a:ea typeface="Century Gothic"/>
                <a:cs typeface="Century Gothic"/>
                <a:sym typeface="Century Gothic"/>
              </a:rPr>
              <a:t>https://www.hellopeter.com/rain-internet-service-provide</a:t>
            </a:r>
            <a:r>
              <a:rPr lang="en-GB" sz="800">
                <a:solidFill>
                  <a:schemeClr val="accent1"/>
                </a:solidFill>
                <a:latin typeface="Century Gothic"/>
                <a:ea typeface="Century Gothic"/>
                <a:cs typeface="Century Gothic"/>
                <a:sym typeface="Century Gothic"/>
              </a:rPr>
              <a:t>r</a:t>
            </a:r>
            <a:endParaRPr>
              <a:solidFill>
                <a:schemeClr val="accent1"/>
              </a:solidFill>
            </a:endParaRPr>
          </a:p>
          <a:p>
            <a:pPr indent="0" lvl="0" marL="0" marR="0" rtl="0" algn="l">
              <a:spcBef>
                <a:spcPts val="0"/>
              </a:spcBef>
              <a:spcAft>
                <a:spcPts val="0"/>
              </a:spcAft>
              <a:buNone/>
            </a:pPr>
            <a:r>
              <a:t/>
            </a:r>
            <a:endParaRPr sz="900">
              <a:solidFill>
                <a:schemeClr val="lt1"/>
              </a:solidFill>
              <a:latin typeface="Century Gothic"/>
              <a:ea typeface="Century Gothic"/>
              <a:cs typeface="Century Gothic"/>
              <a:sym typeface="Century Gothic"/>
            </a:endParaRPr>
          </a:p>
        </p:txBody>
      </p:sp>
      <p:sp>
        <p:nvSpPr>
          <p:cNvPr id="292" name="Google Shape;292;p6"/>
          <p:cNvSpPr txBox="1"/>
          <p:nvPr/>
        </p:nvSpPr>
        <p:spPr>
          <a:xfrm>
            <a:off x="767607" y="703688"/>
            <a:ext cx="71739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chemeClr val="lt1"/>
                </a:solidFill>
                <a:latin typeface="Century Gothic"/>
                <a:ea typeface="Century Gothic"/>
                <a:cs typeface="Century Gothic"/>
                <a:sym typeface="Century Gothic"/>
              </a:rPr>
              <a:t>Findings and insights in Telecoms Industry: Sentiment 2022/2023</a:t>
            </a:r>
            <a:endParaRPr b="1" sz="1800">
              <a:solidFill>
                <a:schemeClr val="lt1"/>
              </a:solidFill>
              <a:latin typeface="Century Gothic"/>
              <a:ea typeface="Century Gothic"/>
              <a:cs typeface="Century Gothic"/>
              <a:sym typeface="Century Gothic"/>
            </a:endParaRPr>
          </a:p>
        </p:txBody>
      </p:sp>
      <p:sp>
        <p:nvSpPr>
          <p:cNvPr id="293" name="Google Shape;293;p6"/>
          <p:cNvSpPr txBox="1"/>
          <p:nvPr/>
        </p:nvSpPr>
        <p:spPr>
          <a:xfrm>
            <a:off x="767600" y="5158175"/>
            <a:ext cx="10695900" cy="1015800"/>
          </a:xfrm>
          <a:prstGeom prst="rect">
            <a:avLst/>
          </a:prstGeom>
          <a:noFill/>
          <a:ln cap="flat" cmpd="sng" w="9525">
            <a:solidFill>
              <a:schemeClr val="l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spcBef>
                <a:spcPts val="0"/>
              </a:spcBef>
              <a:spcAft>
                <a:spcPts val="0"/>
              </a:spcAft>
              <a:buNone/>
            </a:pPr>
            <a:r>
              <a:rPr lang="en-GB" sz="1200">
                <a:solidFill>
                  <a:schemeClr val="lt1"/>
                </a:solidFill>
                <a:latin typeface="Century Gothic"/>
                <a:ea typeface="Century Gothic"/>
                <a:cs typeface="Century Gothic"/>
                <a:sym typeface="Century Gothic"/>
              </a:rPr>
              <a:t>Customer sentiment analysis reveals varying degrees of feedback. MTN garnered 53,747 negative, 24,878 neutral, and 2,513 positive reviews. Vodacom experienced a higher volume of negative feedback with 93,670, accompanied by 23,460 neutral and 3,659 positive reviews. Cell C received 31,757 negative, 10,318 neutral, and 1,670 positive reviews. Telkom encountered 80,212 negative, 30,807 neutral, and 2,977 positive reviews. The data highlights the industry's challenge in managing negative sentiments, with companies needing to focus on improving customer experiences to foster positive reviews and overall satisfaction.</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97" name="Shape 297"/>
        <p:cNvGrpSpPr/>
        <p:nvPr/>
      </p:nvGrpSpPr>
      <p:grpSpPr>
        <a:xfrm>
          <a:off x="0" y="0"/>
          <a:ext cx="0" cy="0"/>
          <a:chOff x="0" y="0"/>
          <a:chExt cx="0" cy="0"/>
        </a:xfrm>
      </p:grpSpPr>
      <p:sp>
        <p:nvSpPr>
          <p:cNvPr id="298" name="Google Shape;298;p7"/>
          <p:cNvSpPr txBox="1"/>
          <p:nvPr/>
        </p:nvSpPr>
        <p:spPr>
          <a:xfrm>
            <a:off x="3098900" y="893275"/>
            <a:ext cx="69810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chemeClr val="lt1"/>
                </a:solidFill>
                <a:latin typeface="Century Gothic"/>
                <a:ea typeface="Century Gothic"/>
                <a:cs typeface="Century Gothic"/>
                <a:sym typeface="Century Gothic"/>
              </a:rPr>
              <a:t> Proposed Solution - Revolutionizing Customer Experience</a:t>
            </a:r>
            <a:endParaRPr b="1" sz="1800">
              <a:solidFill>
                <a:schemeClr val="lt1"/>
              </a:solidFill>
              <a:latin typeface="Century Gothic"/>
              <a:ea typeface="Century Gothic"/>
              <a:cs typeface="Century Gothic"/>
              <a:sym typeface="Century Gothic"/>
            </a:endParaRPr>
          </a:p>
        </p:txBody>
      </p:sp>
      <p:sp>
        <p:nvSpPr>
          <p:cNvPr id="299" name="Google Shape;299;p7"/>
          <p:cNvSpPr txBox="1"/>
          <p:nvPr/>
        </p:nvSpPr>
        <p:spPr>
          <a:xfrm>
            <a:off x="767600" y="1611925"/>
            <a:ext cx="10695900" cy="4617600"/>
          </a:xfrm>
          <a:prstGeom prst="rect">
            <a:avLst/>
          </a:prstGeom>
          <a:noFill/>
          <a:ln cap="flat" cmpd="sng" w="9525">
            <a:solidFill>
              <a:schemeClr val="l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spcBef>
                <a:spcPts val="0"/>
              </a:spcBef>
              <a:spcAft>
                <a:spcPts val="0"/>
              </a:spcAft>
              <a:buNone/>
            </a:pPr>
            <a:r>
              <a:rPr b="1" i="1" lang="en-GB" sz="1400">
                <a:solidFill>
                  <a:schemeClr val="lt1"/>
                </a:solidFill>
                <a:latin typeface="Century Gothic"/>
                <a:ea typeface="Century Gothic"/>
                <a:cs typeface="Century Gothic"/>
                <a:sym typeface="Century Gothic"/>
              </a:rPr>
              <a:t>Our Solution</a:t>
            </a:r>
            <a:r>
              <a:rPr lang="en-GB" sz="1400">
                <a:solidFill>
                  <a:schemeClr val="lt1"/>
                </a:solidFill>
                <a:latin typeface="Century Gothic"/>
                <a:ea typeface="Century Gothic"/>
                <a:cs typeface="Century Gothic"/>
                <a:sym typeface="Century Gothic"/>
              </a:rPr>
              <a:t>: We propose a holistic transformation of the infrastructure managing contractual processes, with a focus on customer-centric revisions. This includes the development of an AI–powered user-friendly app, enhancing communication channels for transparent agreements, and collaborative efforts with telecommunications companies to streamline the cancellation process.</a:t>
            </a:r>
            <a:endParaRPr>
              <a:solidFill>
                <a:schemeClr val="lt1"/>
              </a:solidFill>
            </a:endParaRPr>
          </a:p>
          <a:p>
            <a:pPr indent="0" lvl="0" marL="0" marR="0" rtl="0" algn="just">
              <a:spcBef>
                <a:spcPts val="0"/>
              </a:spcBef>
              <a:spcAft>
                <a:spcPts val="0"/>
              </a:spcAft>
              <a:buNone/>
            </a:pPr>
            <a:r>
              <a:t/>
            </a:r>
            <a:endParaRPr sz="1400">
              <a:solidFill>
                <a:schemeClr val="lt1"/>
              </a:solidFill>
              <a:latin typeface="Century Gothic"/>
              <a:ea typeface="Century Gothic"/>
              <a:cs typeface="Century Gothic"/>
              <a:sym typeface="Century Gothic"/>
            </a:endParaRPr>
          </a:p>
          <a:p>
            <a:pPr indent="0" lvl="0" marL="0" marR="0" rtl="0" algn="just">
              <a:spcBef>
                <a:spcPts val="0"/>
              </a:spcBef>
              <a:spcAft>
                <a:spcPts val="0"/>
              </a:spcAft>
              <a:buNone/>
            </a:pPr>
            <a:r>
              <a:rPr b="1" i="1" lang="en-GB" sz="1400">
                <a:solidFill>
                  <a:schemeClr val="lt1"/>
                </a:solidFill>
                <a:latin typeface="Century Gothic"/>
                <a:ea typeface="Century Gothic"/>
                <a:cs typeface="Century Gothic"/>
                <a:sym typeface="Century Gothic"/>
              </a:rPr>
              <a:t>Why This Solution</a:t>
            </a:r>
            <a:r>
              <a:rPr lang="en-GB" sz="1400">
                <a:solidFill>
                  <a:schemeClr val="lt1"/>
                </a:solidFill>
                <a:latin typeface="Century Gothic"/>
                <a:ea typeface="Century Gothic"/>
                <a:cs typeface="Century Gothic"/>
                <a:sym typeface="Century Gothic"/>
              </a:rPr>
              <a:t>:</a:t>
            </a:r>
            <a:endParaRPr>
              <a:solidFill>
                <a:schemeClr val="lt1"/>
              </a:solidFill>
            </a:endParaRPr>
          </a:p>
          <a:p>
            <a:pPr indent="0" lvl="0" marL="0" marR="0" rtl="0" algn="just">
              <a:spcBef>
                <a:spcPts val="0"/>
              </a:spcBef>
              <a:spcAft>
                <a:spcPts val="0"/>
              </a:spcAft>
              <a:buNone/>
            </a:pPr>
            <a:r>
              <a:t/>
            </a:r>
            <a:endParaRPr sz="1400">
              <a:solidFill>
                <a:schemeClr val="lt1"/>
              </a:solidFill>
              <a:latin typeface="Century Gothic"/>
              <a:ea typeface="Century Gothic"/>
              <a:cs typeface="Century Gothic"/>
              <a:sym typeface="Century Gothic"/>
            </a:endParaRPr>
          </a:p>
          <a:p>
            <a:pPr indent="0" lvl="0" marL="0" marR="0" rtl="0" algn="just">
              <a:spcBef>
                <a:spcPts val="0"/>
              </a:spcBef>
              <a:spcAft>
                <a:spcPts val="0"/>
              </a:spcAft>
              <a:buNone/>
            </a:pPr>
            <a:r>
              <a:rPr b="1" lang="en-GB" sz="1400">
                <a:solidFill>
                  <a:schemeClr val="lt1"/>
                </a:solidFill>
                <a:latin typeface="Century Gothic"/>
                <a:ea typeface="Century Gothic"/>
                <a:cs typeface="Century Gothic"/>
                <a:sym typeface="Century Gothic"/>
              </a:rPr>
              <a:t>Customer-Centric Approach</a:t>
            </a:r>
            <a:r>
              <a:rPr lang="en-GB" sz="1400">
                <a:solidFill>
                  <a:schemeClr val="lt1"/>
                </a:solidFill>
                <a:latin typeface="Century Gothic"/>
                <a:ea typeface="Century Gothic"/>
                <a:cs typeface="Century Gothic"/>
                <a:sym typeface="Century Gothic"/>
              </a:rPr>
              <a:t>: By placing the customer at the centre, our solution addresses the root cause of dissatisfaction, ensuring a positive and personalized experience for users like Boitumelo Mogashoa.</a:t>
            </a:r>
            <a:endParaRPr>
              <a:solidFill>
                <a:schemeClr val="lt1"/>
              </a:solidFill>
            </a:endParaRPr>
          </a:p>
          <a:p>
            <a:pPr indent="0" lvl="0" marL="0" marR="0" rtl="0" algn="just">
              <a:spcBef>
                <a:spcPts val="0"/>
              </a:spcBef>
              <a:spcAft>
                <a:spcPts val="0"/>
              </a:spcAft>
              <a:buNone/>
            </a:pPr>
            <a:r>
              <a:t/>
            </a:r>
            <a:endParaRPr sz="1400">
              <a:solidFill>
                <a:schemeClr val="lt1"/>
              </a:solidFill>
              <a:latin typeface="Century Gothic"/>
              <a:ea typeface="Century Gothic"/>
              <a:cs typeface="Century Gothic"/>
              <a:sym typeface="Century Gothic"/>
            </a:endParaRPr>
          </a:p>
          <a:p>
            <a:pPr indent="0" lvl="0" marL="0" marR="0" rtl="0" algn="just">
              <a:spcBef>
                <a:spcPts val="0"/>
              </a:spcBef>
              <a:spcAft>
                <a:spcPts val="0"/>
              </a:spcAft>
              <a:buNone/>
            </a:pPr>
            <a:r>
              <a:rPr b="1" lang="en-GB" sz="1400">
                <a:solidFill>
                  <a:schemeClr val="lt1"/>
                </a:solidFill>
                <a:latin typeface="Century Gothic"/>
                <a:ea typeface="Century Gothic"/>
                <a:cs typeface="Century Gothic"/>
                <a:sym typeface="Century Gothic"/>
              </a:rPr>
              <a:t>Enhanced Communication</a:t>
            </a:r>
            <a:r>
              <a:rPr lang="en-GB" sz="1400">
                <a:solidFill>
                  <a:schemeClr val="lt1"/>
                </a:solidFill>
                <a:latin typeface="Century Gothic"/>
                <a:ea typeface="Century Gothic"/>
                <a:cs typeface="Century Gothic"/>
                <a:sym typeface="Century Gothic"/>
              </a:rPr>
              <a:t>: Transparency in contractual agreements is key. Our solution emphasizes improved communication channels, providing users with a clear understanding of policies and agreements, aligning with Boitumelo's need for a proper understanding of her contract.</a:t>
            </a:r>
            <a:endParaRPr>
              <a:solidFill>
                <a:schemeClr val="lt1"/>
              </a:solidFill>
            </a:endParaRPr>
          </a:p>
          <a:p>
            <a:pPr indent="0" lvl="0" marL="0" marR="0" rtl="0" algn="just">
              <a:spcBef>
                <a:spcPts val="0"/>
              </a:spcBef>
              <a:spcAft>
                <a:spcPts val="0"/>
              </a:spcAft>
              <a:buNone/>
            </a:pPr>
            <a:r>
              <a:t/>
            </a:r>
            <a:endParaRPr sz="1400">
              <a:solidFill>
                <a:schemeClr val="lt1"/>
              </a:solidFill>
              <a:latin typeface="Century Gothic"/>
              <a:ea typeface="Century Gothic"/>
              <a:cs typeface="Century Gothic"/>
              <a:sym typeface="Century Gothic"/>
            </a:endParaRPr>
          </a:p>
          <a:p>
            <a:pPr indent="0" lvl="0" marL="0" marR="0" rtl="0" algn="just">
              <a:spcBef>
                <a:spcPts val="0"/>
              </a:spcBef>
              <a:spcAft>
                <a:spcPts val="0"/>
              </a:spcAft>
              <a:buNone/>
            </a:pPr>
            <a:r>
              <a:rPr b="1" lang="en-GB" sz="1400">
                <a:solidFill>
                  <a:schemeClr val="lt1"/>
                </a:solidFill>
                <a:latin typeface="Century Gothic"/>
                <a:ea typeface="Century Gothic"/>
                <a:cs typeface="Century Gothic"/>
                <a:sym typeface="Century Gothic"/>
              </a:rPr>
              <a:t>User-Friendly App</a:t>
            </a:r>
            <a:r>
              <a:rPr lang="en-GB" sz="1400">
                <a:solidFill>
                  <a:schemeClr val="lt1"/>
                </a:solidFill>
                <a:latin typeface="Century Gothic"/>
                <a:ea typeface="Century Gothic"/>
                <a:cs typeface="Century Gothic"/>
                <a:sym typeface="Century Gothic"/>
              </a:rPr>
              <a:t>: The development of a user-friendly app is pivotal for widespread adoption. This not only empowers users like Boitumelo but also ensures that individuals with varying levels of IT knowledge can navigate and manage their contracts effortlessly.</a:t>
            </a:r>
            <a:endParaRPr>
              <a:solidFill>
                <a:schemeClr val="lt1"/>
              </a:solidFill>
            </a:endParaRPr>
          </a:p>
          <a:p>
            <a:pPr indent="0" lvl="0" marL="0" marR="0" rtl="0" algn="just">
              <a:spcBef>
                <a:spcPts val="0"/>
              </a:spcBef>
              <a:spcAft>
                <a:spcPts val="0"/>
              </a:spcAft>
              <a:buNone/>
            </a:pPr>
            <a:r>
              <a:t/>
            </a:r>
            <a:endParaRPr sz="1400">
              <a:solidFill>
                <a:schemeClr val="lt1"/>
              </a:solidFill>
              <a:latin typeface="Century Gothic"/>
              <a:ea typeface="Century Gothic"/>
              <a:cs typeface="Century Gothic"/>
              <a:sym typeface="Century Gothic"/>
            </a:endParaRPr>
          </a:p>
          <a:p>
            <a:pPr indent="0" lvl="0" marL="0" marR="0" rtl="0" algn="just">
              <a:spcBef>
                <a:spcPts val="0"/>
              </a:spcBef>
              <a:spcAft>
                <a:spcPts val="0"/>
              </a:spcAft>
              <a:buNone/>
            </a:pPr>
            <a:r>
              <a:rPr b="1" lang="en-GB" sz="1400">
                <a:solidFill>
                  <a:schemeClr val="lt1"/>
                </a:solidFill>
                <a:latin typeface="Century Gothic"/>
                <a:ea typeface="Century Gothic"/>
                <a:cs typeface="Century Gothic"/>
                <a:sym typeface="Century Gothic"/>
              </a:rPr>
              <a:t>Collaboration with Telecom Companies</a:t>
            </a:r>
            <a:r>
              <a:rPr lang="en-GB" sz="1400">
                <a:solidFill>
                  <a:schemeClr val="lt1"/>
                </a:solidFill>
                <a:latin typeface="Century Gothic"/>
                <a:ea typeface="Century Gothic"/>
                <a:cs typeface="Century Gothic"/>
                <a:sym typeface="Century Gothic"/>
              </a:rPr>
              <a:t>: Establishing collaborative relationships with telecommunications companies is crucial. This collaborative effort facilitates a fast, safe, and transparent cancellation process, addressing the challenges of miscommunication and providing a smoother experience for users.</a:t>
            </a:r>
            <a:endParaRPr sz="1400">
              <a:solidFill>
                <a:schemeClr val="lt1"/>
              </a:solidFill>
              <a:latin typeface="Century Gothic"/>
              <a:ea typeface="Century Gothic"/>
              <a:cs typeface="Century Gothic"/>
              <a:sym typeface="Century Gothic"/>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03" name="Shape 303"/>
        <p:cNvGrpSpPr/>
        <p:nvPr/>
      </p:nvGrpSpPr>
      <p:grpSpPr>
        <a:xfrm>
          <a:off x="0" y="0"/>
          <a:ext cx="0" cy="0"/>
          <a:chOff x="0" y="0"/>
          <a:chExt cx="0" cy="0"/>
        </a:xfrm>
      </p:grpSpPr>
      <p:sp>
        <p:nvSpPr>
          <p:cNvPr id="304" name="Google Shape;304;p8"/>
          <p:cNvSpPr txBox="1"/>
          <p:nvPr/>
        </p:nvSpPr>
        <p:spPr>
          <a:xfrm>
            <a:off x="3962450" y="657275"/>
            <a:ext cx="5253900" cy="36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chemeClr val="lt1"/>
                </a:solidFill>
                <a:latin typeface="Century Gothic"/>
                <a:ea typeface="Century Gothic"/>
                <a:cs typeface="Century Gothic"/>
                <a:sym typeface="Century Gothic"/>
              </a:rPr>
              <a:t> Unveiling the Wireframe Solution</a:t>
            </a:r>
            <a:endParaRPr b="1" sz="1800">
              <a:solidFill>
                <a:schemeClr val="lt1"/>
              </a:solidFill>
              <a:latin typeface="Century Gothic"/>
              <a:ea typeface="Century Gothic"/>
              <a:cs typeface="Century Gothic"/>
              <a:sym typeface="Century Gothic"/>
            </a:endParaRPr>
          </a:p>
        </p:txBody>
      </p:sp>
      <p:pic>
        <p:nvPicPr>
          <p:cNvPr id="305" name="Google Shape;305;p8"/>
          <p:cNvPicPr preferRelativeResize="0"/>
          <p:nvPr/>
        </p:nvPicPr>
        <p:blipFill>
          <a:blip r:embed="rId3">
            <a:alphaModFix/>
          </a:blip>
          <a:stretch>
            <a:fillRect/>
          </a:stretch>
        </p:blipFill>
        <p:spPr>
          <a:xfrm>
            <a:off x="1184000" y="1121139"/>
            <a:ext cx="5253901" cy="5103136"/>
          </a:xfrm>
          <a:prstGeom prst="rect">
            <a:avLst/>
          </a:prstGeom>
          <a:noFill/>
          <a:ln>
            <a:noFill/>
          </a:ln>
        </p:spPr>
      </p:pic>
      <p:sp>
        <p:nvSpPr>
          <p:cNvPr id="306" name="Google Shape;306;p8"/>
          <p:cNvSpPr txBox="1"/>
          <p:nvPr/>
        </p:nvSpPr>
        <p:spPr>
          <a:xfrm>
            <a:off x="7140800" y="2615950"/>
            <a:ext cx="4131000" cy="171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n-GB" sz="1500" u="sng">
                <a:solidFill>
                  <a:schemeClr val="lt1"/>
                </a:solidFill>
                <a:latin typeface="Century Gothic"/>
                <a:ea typeface="Century Gothic"/>
                <a:cs typeface="Century Gothic"/>
                <a:sym typeface="Century Gothic"/>
              </a:rPr>
              <a:t>Step 1</a:t>
            </a:r>
            <a:endParaRPr b="1" i="1" sz="1500" u="sng">
              <a:solidFill>
                <a:schemeClr val="lt1"/>
              </a:solidFill>
              <a:latin typeface="Century Gothic"/>
              <a:ea typeface="Century Gothic"/>
              <a:cs typeface="Century Gothic"/>
              <a:sym typeface="Century Gothic"/>
            </a:endParaRPr>
          </a:p>
          <a:p>
            <a:pPr indent="-298450" lvl="0" marL="457200" rtl="0" algn="l">
              <a:lnSpc>
                <a:spcPct val="115000"/>
              </a:lnSpc>
              <a:spcBef>
                <a:spcPts val="1200"/>
              </a:spcBef>
              <a:spcAft>
                <a:spcPts val="0"/>
              </a:spcAft>
              <a:buClr>
                <a:srgbClr val="FFFFFF"/>
              </a:buClr>
              <a:buSzPts val="1100"/>
              <a:buChar char="●"/>
            </a:pPr>
            <a:r>
              <a:rPr b="1" lang="en-GB" sz="1100">
                <a:solidFill>
                  <a:srgbClr val="FFFFFF"/>
                </a:solidFill>
              </a:rPr>
              <a:t>Welcome message (with an image).</a:t>
            </a:r>
            <a:endParaRPr b="1" sz="1100">
              <a:solidFill>
                <a:srgbClr val="FFFFFF"/>
              </a:solidFill>
            </a:endParaRPr>
          </a:p>
          <a:p>
            <a:pPr indent="-298450" lvl="0" marL="457200" rtl="0" algn="l">
              <a:lnSpc>
                <a:spcPct val="115000"/>
              </a:lnSpc>
              <a:spcBef>
                <a:spcPts val="0"/>
              </a:spcBef>
              <a:spcAft>
                <a:spcPts val="0"/>
              </a:spcAft>
              <a:buClr>
                <a:srgbClr val="FFFFFF"/>
              </a:buClr>
              <a:buSzPts val="1100"/>
              <a:buChar char="●"/>
            </a:pPr>
            <a:r>
              <a:rPr b="1" lang="en-GB" sz="1100">
                <a:solidFill>
                  <a:srgbClr val="FFFFFF"/>
                </a:solidFill>
              </a:rPr>
              <a:t> We offer 2 options: you can either register or log in. For the GCGO, our users have already registered on the app, so you can simply "Log into the account."</a:t>
            </a:r>
            <a:endParaRPr b="1" sz="1100">
              <a:solidFill>
                <a:srgbClr val="FFFFFF"/>
              </a:solidFill>
            </a:endParaRPr>
          </a:p>
          <a:p>
            <a:pPr indent="0" lvl="0" marL="0" rtl="0" algn="l">
              <a:spcBef>
                <a:spcPts val="1200"/>
              </a:spcBef>
              <a:spcAft>
                <a:spcPts val="0"/>
              </a:spcAft>
              <a:buNone/>
            </a:pPr>
            <a:r>
              <a:t/>
            </a:r>
            <a:endParaRPr b="1" sz="1100">
              <a:solidFill>
                <a:schemeClr val="lt1"/>
              </a:solidFill>
              <a:latin typeface="Century Gothic"/>
              <a:ea typeface="Century Gothic"/>
              <a:cs typeface="Century Gothic"/>
              <a:sym typeface="Century Gothic"/>
            </a:endParaRPr>
          </a:p>
        </p:txBody>
      </p:sp>
      <p:sp>
        <p:nvSpPr>
          <p:cNvPr id="307" name="Google Shape;307;p8"/>
          <p:cNvSpPr txBox="1"/>
          <p:nvPr/>
        </p:nvSpPr>
        <p:spPr>
          <a:xfrm>
            <a:off x="7140800" y="5820975"/>
            <a:ext cx="4398600" cy="400200"/>
          </a:xfrm>
          <a:prstGeom prst="rect">
            <a:avLst/>
          </a:prstGeom>
          <a:solidFill>
            <a:schemeClr val="accen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000">
                <a:solidFill>
                  <a:schemeClr val="dk1"/>
                </a:solidFill>
              </a:rPr>
              <a:t>This is a video link</a:t>
            </a:r>
            <a:endParaRPr b="1" sz="1000">
              <a:solidFill>
                <a:schemeClr val="dk1"/>
              </a:solidFill>
            </a:endParaRPr>
          </a:p>
          <a:p>
            <a:pPr indent="0" lvl="0" marL="0" marR="0" rtl="0" algn="l">
              <a:spcBef>
                <a:spcPts val="0"/>
              </a:spcBef>
              <a:spcAft>
                <a:spcPts val="0"/>
              </a:spcAft>
              <a:buNone/>
            </a:pPr>
            <a:r>
              <a:rPr lang="en-GB" sz="1000" u="sng">
                <a:solidFill>
                  <a:schemeClr val="dk1"/>
                </a:solidFill>
                <a:latin typeface="Century Gothic"/>
                <a:ea typeface="Century Gothic"/>
                <a:cs typeface="Century Gothic"/>
                <a:sym typeface="Century Gothic"/>
                <a:hlinkClick r:id="rId4">
                  <a:extLst>
                    <a:ext uri="{A12FA001-AC4F-418D-AE19-62706E023703}">
                      <ahyp:hlinkClr val="tx"/>
                    </a:ext>
                  </a:extLst>
                </a:hlinkClick>
              </a:rPr>
              <a:t>https://www.youtube.com/shorts/F1AvGOEz4vw</a:t>
            </a:r>
            <a:endParaRPr sz="1000">
              <a:solidFill>
                <a:schemeClr val="dk1"/>
              </a:solidFill>
              <a:latin typeface="Century Gothic"/>
              <a:ea typeface="Century Gothic"/>
              <a:cs typeface="Century Gothic"/>
              <a:sym typeface="Century Gothic"/>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11" name="Shape 311"/>
        <p:cNvGrpSpPr/>
        <p:nvPr/>
      </p:nvGrpSpPr>
      <p:grpSpPr>
        <a:xfrm>
          <a:off x="0" y="0"/>
          <a:ext cx="0" cy="0"/>
          <a:chOff x="0" y="0"/>
          <a:chExt cx="0" cy="0"/>
        </a:xfrm>
      </p:grpSpPr>
      <p:sp>
        <p:nvSpPr>
          <p:cNvPr id="312" name="Google Shape;312;g2a667672441_0_4"/>
          <p:cNvSpPr txBox="1"/>
          <p:nvPr/>
        </p:nvSpPr>
        <p:spPr>
          <a:xfrm>
            <a:off x="3962450" y="657275"/>
            <a:ext cx="5253900" cy="36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chemeClr val="lt1"/>
                </a:solidFill>
                <a:latin typeface="Century Gothic"/>
                <a:ea typeface="Century Gothic"/>
                <a:cs typeface="Century Gothic"/>
                <a:sym typeface="Century Gothic"/>
              </a:rPr>
              <a:t> Unveiling the Wireframe Solution</a:t>
            </a:r>
            <a:endParaRPr b="1" sz="1800">
              <a:solidFill>
                <a:schemeClr val="lt1"/>
              </a:solidFill>
              <a:latin typeface="Century Gothic"/>
              <a:ea typeface="Century Gothic"/>
              <a:cs typeface="Century Gothic"/>
              <a:sym typeface="Century Gothic"/>
            </a:endParaRPr>
          </a:p>
        </p:txBody>
      </p:sp>
      <p:pic>
        <p:nvPicPr>
          <p:cNvPr id="313" name="Google Shape;313;g2a667672441_0_4"/>
          <p:cNvPicPr preferRelativeResize="0"/>
          <p:nvPr/>
        </p:nvPicPr>
        <p:blipFill rotWithShape="1">
          <a:blip r:embed="rId3">
            <a:alphaModFix/>
          </a:blip>
          <a:srcRect b="1427" l="0" r="0" t="1437"/>
          <a:stretch/>
        </p:blipFill>
        <p:spPr>
          <a:xfrm>
            <a:off x="1184000" y="1121139"/>
            <a:ext cx="5253901" cy="5103137"/>
          </a:xfrm>
          <a:prstGeom prst="rect">
            <a:avLst/>
          </a:prstGeom>
          <a:noFill/>
          <a:ln>
            <a:noFill/>
          </a:ln>
        </p:spPr>
      </p:pic>
      <p:sp>
        <p:nvSpPr>
          <p:cNvPr id="314" name="Google Shape;314;g2a667672441_0_4"/>
          <p:cNvSpPr txBox="1"/>
          <p:nvPr/>
        </p:nvSpPr>
        <p:spPr>
          <a:xfrm>
            <a:off x="7140800" y="2615950"/>
            <a:ext cx="4131000" cy="171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n-GB" sz="1500" u="sng">
                <a:solidFill>
                  <a:schemeClr val="lt1"/>
                </a:solidFill>
                <a:latin typeface="Century Gothic"/>
                <a:ea typeface="Century Gothic"/>
                <a:cs typeface="Century Gothic"/>
                <a:sym typeface="Century Gothic"/>
              </a:rPr>
              <a:t>Step 2</a:t>
            </a:r>
            <a:endParaRPr b="1" i="1" sz="1500" u="sng">
              <a:solidFill>
                <a:schemeClr val="lt1"/>
              </a:solidFill>
              <a:latin typeface="Century Gothic"/>
              <a:ea typeface="Century Gothic"/>
              <a:cs typeface="Century Gothic"/>
              <a:sym typeface="Century Gothic"/>
            </a:endParaRPr>
          </a:p>
          <a:p>
            <a:pPr indent="-298450" lvl="0" marL="457200" rtl="0" algn="l">
              <a:lnSpc>
                <a:spcPct val="115000"/>
              </a:lnSpc>
              <a:spcBef>
                <a:spcPts val="1200"/>
              </a:spcBef>
              <a:spcAft>
                <a:spcPts val="0"/>
              </a:spcAft>
              <a:buClr>
                <a:srgbClr val="FFFFFF"/>
              </a:buClr>
              <a:buSzPts val="1100"/>
              <a:buChar char="●"/>
            </a:pPr>
            <a:r>
              <a:rPr b="1" lang="en-GB" sz="1100">
                <a:solidFill>
                  <a:srgbClr val="FFFFFF"/>
                </a:solidFill>
              </a:rPr>
              <a:t>A mini tour of the app and the service it has.</a:t>
            </a:r>
            <a:endParaRPr b="1" sz="1100">
              <a:solidFill>
                <a:srgbClr val="FFFFFF"/>
              </a:solidFill>
            </a:endParaRPr>
          </a:p>
          <a:p>
            <a:pPr indent="-298450" lvl="0" marL="457200" rtl="0" algn="l">
              <a:lnSpc>
                <a:spcPct val="115000"/>
              </a:lnSpc>
              <a:spcBef>
                <a:spcPts val="0"/>
              </a:spcBef>
              <a:spcAft>
                <a:spcPts val="0"/>
              </a:spcAft>
              <a:buClr>
                <a:srgbClr val="FFFFFF"/>
              </a:buClr>
              <a:buSzPts val="1100"/>
              <a:buChar char="●"/>
            </a:pPr>
            <a:r>
              <a:rPr b="1" lang="en-GB" sz="1100">
                <a:solidFill>
                  <a:srgbClr val="FFFFFF"/>
                </a:solidFill>
              </a:rPr>
              <a:t>Advertisements and promotions (images and specials).</a:t>
            </a:r>
            <a:endParaRPr b="1" sz="1100">
              <a:solidFill>
                <a:srgbClr val="FFFFFF"/>
              </a:solidFill>
            </a:endParaRPr>
          </a:p>
          <a:p>
            <a:pPr indent="0" lvl="0" marL="0" rtl="0" algn="l">
              <a:spcBef>
                <a:spcPts val="1200"/>
              </a:spcBef>
              <a:spcAft>
                <a:spcPts val="0"/>
              </a:spcAft>
              <a:buNone/>
            </a:pPr>
            <a:r>
              <a:t/>
            </a:r>
            <a:endParaRPr b="1" sz="1100">
              <a:solidFill>
                <a:schemeClr val="lt1"/>
              </a:solidFill>
              <a:latin typeface="Century Gothic"/>
              <a:ea typeface="Century Gothic"/>
              <a:cs typeface="Century Gothic"/>
              <a:sym typeface="Century Gothic"/>
            </a:endParaRPr>
          </a:p>
        </p:txBody>
      </p:sp>
      <p:sp>
        <p:nvSpPr>
          <p:cNvPr id="315" name="Google Shape;315;g2a667672441_0_4"/>
          <p:cNvSpPr txBox="1"/>
          <p:nvPr/>
        </p:nvSpPr>
        <p:spPr>
          <a:xfrm>
            <a:off x="7140800" y="5820975"/>
            <a:ext cx="4398600" cy="400200"/>
          </a:xfrm>
          <a:prstGeom prst="rect">
            <a:avLst/>
          </a:prstGeom>
          <a:solidFill>
            <a:schemeClr val="accen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000">
                <a:solidFill>
                  <a:schemeClr val="dk1"/>
                </a:solidFill>
              </a:rPr>
              <a:t>This is a video link</a:t>
            </a:r>
            <a:endParaRPr b="1" sz="1000">
              <a:solidFill>
                <a:schemeClr val="dk1"/>
              </a:solidFill>
            </a:endParaRPr>
          </a:p>
          <a:p>
            <a:pPr indent="0" lvl="0" marL="0" marR="0" rtl="0" algn="l">
              <a:spcBef>
                <a:spcPts val="0"/>
              </a:spcBef>
              <a:spcAft>
                <a:spcPts val="0"/>
              </a:spcAft>
              <a:buNone/>
            </a:pPr>
            <a:r>
              <a:rPr lang="en-GB" sz="1000" u="sng">
                <a:solidFill>
                  <a:schemeClr val="dk1"/>
                </a:solidFill>
                <a:latin typeface="Century Gothic"/>
                <a:ea typeface="Century Gothic"/>
                <a:cs typeface="Century Gothic"/>
                <a:sym typeface="Century Gothic"/>
                <a:hlinkClick r:id="rId4">
                  <a:extLst>
                    <a:ext uri="{A12FA001-AC4F-418D-AE19-62706E023703}">
                      <ahyp:hlinkClr val="tx"/>
                    </a:ext>
                  </a:extLst>
                </a:hlinkClick>
              </a:rPr>
              <a:t>https://www.youtube.com/shorts/F1AvGOEz4vw</a:t>
            </a:r>
            <a:endParaRPr sz="1000">
              <a:solidFill>
                <a:schemeClr val="dk1"/>
              </a:solidFill>
              <a:latin typeface="Century Gothic"/>
              <a:ea typeface="Century Gothic"/>
              <a:cs typeface="Century Gothic"/>
              <a:sym typeface="Century Gothic"/>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19" name="Shape 319"/>
        <p:cNvGrpSpPr/>
        <p:nvPr/>
      </p:nvGrpSpPr>
      <p:grpSpPr>
        <a:xfrm>
          <a:off x="0" y="0"/>
          <a:ext cx="0" cy="0"/>
          <a:chOff x="0" y="0"/>
          <a:chExt cx="0" cy="0"/>
        </a:xfrm>
      </p:grpSpPr>
      <p:sp>
        <p:nvSpPr>
          <p:cNvPr id="320" name="Google Shape;320;g2a667672441_0_10"/>
          <p:cNvSpPr txBox="1"/>
          <p:nvPr/>
        </p:nvSpPr>
        <p:spPr>
          <a:xfrm>
            <a:off x="3962450" y="657275"/>
            <a:ext cx="5253900" cy="36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chemeClr val="lt1"/>
                </a:solidFill>
                <a:latin typeface="Century Gothic"/>
                <a:ea typeface="Century Gothic"/>
                <a:cs typeface="Century Gothic"/>
                <a:sym typeface="Century Gothic"/>
              </a:rPr>
              <a:t> Unveiling the Wireframe Solution</a:t>
            </a:r>
            <a:endParaRPr b="1" sz="1800">
              <a:solidFill>
                <a:schemeClr val="lt1"/>
              </a:solidFill>
              <a:latin typeface="Century Gothic"/>
              <a:ea typeface="Century Gothic"/>
              <a:cs typeface="Century Gothic"/>
              <a:sym typeface="Century Gothic"/>
            </a:endParaRPr>
          </a:p>
        </p:txBody>
      </p:sp>
      <p:pic>
        <p:nvPicPr>
          <p:cNvPr id="321" name="Google Shape;321;g2a667672441_0_10"/>
          <p:cNvPicPr preferRelativeResize="0"/>
          <p:nvPr/>
        </p:nvPicPr>
        <p:blipFill rotWithShape="1">
          <a:blip r:embed="rId3">
            <a:alphaModFix/>
          </a:blip>
          <a:srcRect b="0" l="2516" r="2525" t="0"/>
          <a:stretch/>
        </p:blipFill>
        <p:spPr>
          <a:xfrm>
            <a:off x="1184000" y="1121139"/>
            <a:ext cx="5253900" cy="5103137"/>
          </a:xfrm>
          <a:prstGeom prst="rect">
            <a:avLst/>
          </a:prstGeom>
          <a:noFill/>
          <a:ln>
            <a:noFill/>
          </a:ln>
        </p:spPr>
      </p:pic>
      <p:sp>
        <p:nvSpPr>
          <p:cNvPr id="322" name="Google Shape;322;g2a667672441_0_10"/>
          <p:cNvSpPr txBox="1"/>
          <p:nvPr/>
        </p:nvSpPr>
        <p:spPr>
          <a:xfrm>
            <a:off x="7140800" y="2615950"/>
            <a:ext cx="4131000" cy="171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n-GB" sz="1500" u="sng">
                <a:solidFill>
                  <a:schemeClr val="lt1"/>
                </a:solidFill>
                <a:latin typeface="Century Gothic"/>
                <a:ea typeface="Century Gothic"/>
                <a:cs typeface="Century Gothic"/>
                <a:sym typeface="Century Gothic"/>
              </a:rPr>
              <a:t>Step 3</a:t>
            </a:r>
            <a:endParaRPr b="1" i="1" sz="1500" u="sng">
              <a:solidFill>
                <a:schemeClr val="lt1"/>
              </a:solidFill>
              <a:latin typeface="Century Gothic"/>
              <a:ea typeface="Century Gothic"/>
              <a:cs typeface="Century Gothic"/>
              <a:sym typeface="Century Gothic"/>
            </a:endParaRPr>
          </a:p>
          <a:p>
            <a:pPr indent="-298450" lvl="0" marL="457200" rtl="0" algn="l">
              <a:lnSpc>
                <a:spcPct val="115000"/>
              </a:lnSpc>
              <a:spcBef>
                <a:spcPts val="1200"/>
              </a:spcBef>
              <a:spcAft>
                <a:spcPts val="0"/>
              </a:spcAft>
              <a:buClr>
                <a:schemeClr val="lt1"/>
              </a:buClr>
              <a:buSzPts val="1100"/>
              <a:buChar char="●"/>
            </a:pPr>
            <a:r>
              <a:rPr b="1" lang="en-GB" sz="1100">
                <a:solidFill>
                  <a:schemeClr val="lt1"/>
                </a:solidFill>
              </a:rPr>
              <a:t>Options may include Account billing, Upgrade package, Service. Technical support, FAQ’s, refund and cancellation.</a:t>
            </a:r>
            <a:endParaRPr b="1" sz="1100">
              <a:solidFill>
                <a:schemeClr val="lt1"/>
              </a:solidFill>
            </a:endParaRPr>
          </a:p>
          <a:p>
            <a:pPr indent="-298450" lvl="0" marL="457200" rtl="0" algn="l">
              <a:lnSpc>
                <a:spcPct val="115000"/>
              </a:lnSpc>
              <a:spcBef>
                <a:spcPts val="0"/>
              </a:spcBef>
              <a:spcAft>
                <a:spcPts val="0"/>
              </a:spcAft>
              <a:buClr>
                <a:schemeClr val="lt1"/>
              </a:buClr>
              <a:buSzPts val="1100"/>
              <a:buChar char="●"/>
            </a:pPr>
            <a:r>
              <a:rPr b="1" lang="en-GB" sz="1100">
                <a:solidFill>
                  <a:schemeClr val="lt1"/>
                </a:solidFill>
              </a:rPr>
              <a:t>In this case, we will click on the “cancellation” option.</a:t>
            </a:r>
            <a:endParaRPr b="1" sz="1100">
              <a:solidFill>
                <a:schemeClr val="lt1"/>
              </a:solidFill>
            </a:endParaRPr>
          </a:p>
          <a:p>
            <a:pPr indent="0" lvl="0" marL="0" rtl="0" algn="l">
              <a:spcBef>
                <a:spcPts val="1200"/>
              </a:spcBef>
              <a:spcAft>
                <a:spcPts val="0"/>
              </a:spcAft>
              <a:buNone/>
            </a:pPr>
            <a:r>
              <a:t/>
            </a:r>
            <a:endParaRPr b="1" sz="1100">
              <a:solidFill>
                <a:schemeClr val="lt1"/>
              </a:solidFill>
              <a:latin typeface="Century Gothic"/>
              <a:ea typeface="Century Gothic"/>
              <a:cs typeface="Century Gothic"/>
              <a:sym typeface="Century Gothic"/>
            </a:endParaRPr>
          </a:p>
        </p:txBody>
      </p:sp>
      <p:sp>
        <p:nvSpPr>
          <p:cNvPr id="323" name="Google Shape;323;g2a667672441_0_10"/>
          <p:cNvSpPr txBox="1"/>
          <p:nvPr/>
        </p:nvSpPr>
        <p:spPr>
          <a:xfrm>
            <a:off x="7140800" y="5820975"/>
            <a:ext cx="4398600" cy="400200"/>
          </a:xfrm>
          <a:prstGeom prst="rect">
            <a:avLst/>
          </a:prstGeom>
          <a:solidFill>
            <a:schemeClr val="accen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000">
                <a:solidFill>
                  <a:schemeClr val="dk1"/>
                </a:solidFill>
              </a:rPr>
              <a:t>This is a video link</a:t>
            </a:r>
            <a:endParaRPr b="1" sz="1000">
              <a:solidFill>
                <a:schemeClr val="dk1"/>
              </a:solidFill>
            </a:endParaRPr>
          </a:p>
          <a:p>
            <a:pPr indent="0" lvl="0" marL="0" marR="0" rtl="0" algn="l">
              <a:spcBef>
                <a:spcPts val="0"/>
              </a:spcBef>
              <a:spcAft>
                <a:spcPts val="0"/>
              </a:spcAft>
              <a:buNone/>
            </a:pPr>
            <a:r>
              <a:rPr lang="en-GB" sz="1000" u="sng">
                <a:solidFill>
                  <a:schemeClr val="dk1"/>
                </a:solidFill>
                <a:latin typeface="Century Gothic"/>
                <a:ea typeface="Century Gothic"/>
                <a:cs typeface="Century Gothic"/>
                <a:sym typeface="Century Gothic"/>
                <a:hlinkClick r:id="rId4">
                  <a:extLst>
                    <a:ext uri="{A12FA001-AC4F-418D-AE19-62706E023703}">
                      <ahyp:hlinkClr val="tx"/>
                    </a:ext>
                  </a:extLst>
                </a:hlinkClick>
              </a:rPr>
              <a:t>https://www.youtube.com/shorts/F1AvGOEz4vw</a:t>
            </a:r>
            <a:endParaRPr sz="1000">
              <a:solidFill>
                <a:schemeClr val="dk1"/>
              </a:solidFill>
              <a:latin typeface="Century Gothic"/>
              <a:ea typeface="Century Gothic"/>
              <a:cs typeface="Century Gothic"/>
              <a:sym typeface="Century Gothic"/>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27" name="Shape 327"/>
        <p:cNvGrpSpPr/>
        <p:nvPr/>
      </p:nvGrpSpPr>
      <p:grpSpPr>
        <a:xfrm>
          <a:off x="0" y="0"/>
          <a:ext cx="0" cy="0"/>
          <a:chOff x="0" y="0"/>
          <a:chExt cx="0" cy="0"/>
        </a:xfrm>
      </p:grpSpPr>
      <p:sp>
        <p:nvSpPr>
          <p:cNvPr id="328" name="Google Shape;328;g2a667672441_0_16"/>
          <p:cNvSpPr txBox="1"/>
          <p:nvPr/>
        </p:nvSpPr>
        <p:spPr>
          <a:xfrm>
            <a:off x="3962450" y="657275"/>
            <a:ext cx="5253900" cy="36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chemeClr val="lt1"/>
                </a:solidFill>
                <a:latin typeface="Century Gothic"/>
                <a:ea typeface="Century Gothic"/>
                <a:cs typeface="Century Gothic"/>
                <a:sym typeface="Century Gothic"/>
              </a:rPr>
              <a:t> Unveiling the Wireframe Solution</a:t>
            </a:r>
            <a:endParaRPr b="1" sz="1800">
              <a:solidFill>
                <a:schemeClr val="lt1"/>
              </a:solidFill>
              <a:latin typeface="Century Gothic"/>
              <a:ea typeface="Century Gothic"/>
              <a:cs typeface="Century Gothic"/>
              <a:sym typeface="Century Gothic"/>
            </a:endParaRPr>
          </a:p>
        </p:txBody>
      </p:sp>
      <p:pic>
        <p:nvPicPr>
          <p:cNvPr id="329" name="Google Shape;329;g2a667672441_0_16"/>
          <p:cNvPicPr preferRelativeResize="0"/>
          <p:nvPr/>
        </p:nvPicPr>
        <p:blipFill rotWithShape="1">
          <a:blip r:embed="rId3">
            <a:alphaModFix/>
          </a:blip>
          <a:srcRect b="0" l="288" r="288" t="0"/>
          <a:stretch/>
        </p:blipFill>
        <p:spPr>
          <a:xfrm>
            <a:off x="1184000" y="1121139"/>
            <a:ext cx="5253901" cy="5103136"/>
          </a:xfrm>
          <a:prstGeom prst="rect">
            <a:avLst/>
          </a:prstGeom>
          <a:noFill/>
          <a:ln>
            <a:noFill/>
          </a:ln>
        </p:spPr>
      </p:pic>
      <p:sp>
        <p:nvSpPr>
          <p:cNvPr id="330" name="Google Shape;330;g2a667672441_0_16"/>
          <p:cNvSpPr txBox="1"/>
          <p:nvPr/>
        </p:nvSpPr>
        <p:spPr>
          <a:xfrm>
            <a:off x="7140800" y="2615950"/>
            <a:ext cx="3807900" cy="107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n-GB" sz="1500" u="sng">
                <a:solidFill>
                  <a:schemeClr val="lt1"/>
                </a:solidFill>
                <a:latin typeface="Century Gothic"/>
                <a:ea typeface="Century Gothic"/>
                <a:cs typeface="Century Gothic"/>
                <a:sym typeface="Century Gothic"/>
              </a:rPr>
              <a:t>Step 4</a:t>
            </a:r>
            <a:endParaRPr b="1" i="1" sz="1500" u="sng">
              <a:solidFill>
                <a:schemeClr val="lt1"/>
              </a:solidFill>
              <a:latin typeface="Century Gothic"/>
              <a:ea typeface="Century Gothic"/>
              <a:cs typeface="Century Gothic"/>
              <a:sym typeface="Century Gothic"/>
            </a:endParaRPr>
          </a:p>
          <a:p>
            <a:pPr indent="-298450" lvl="0" marL="457200" rtl="0" algn="l">
              <a:lnSpc>
                <a:spcPct val="115000"/>
              </a:lnSpc>
              <a:spcBef>
                <a:spcPts val="1200"/>
              </a:spcBef>
              <a:spcAft>
                <a:spcPts val="0"/>
              </a:spcAft>
              <a:buClr>
                <a:schemeClr val="lt1"/>
              </a:buClr>
              <a:buSzPts val="1100"/>
              <a:buChar char="●"/>
            </a:pPr>
            <a:r>
              <a:rPr b="1" lang="en-GB" sz="1100">
                <a:solidFill>
                  <a:schemeClr val="lt1"/>
                </a:solidFill>
              </a:rPr>
              <a:t>User will need to verify and go through some security questions.</a:t>
            </a:r>
            <a:endParaRPr b="1" sz="1100">
              <a:solidFill>
                <a:schemeClr val="lt1"/>
              </a:solidFill>
            </a:endParaRPr>
          </a:p>
          <a:p>
            <a:pPr indent="0" lvl="0" marL="0" rtl="0" algn="l">
              <a:spcBef>
                <a:spcPts val="1200"/>
              </a:spcBef>
              <a:spcAft>
                <a:spcPts val="0"/>
              </a:spcAft>
              <a:buNone/>
            </a:pPr>
            <a:r>
              <a:t/>
            </a:r>
            <a:endParaRPr b="1" sz="1100">
              <a:solidFill>
                <a:schemeClr val="lt1"/>
              </a:solidFill>
              <a:latin typeface="Century Gothic"/>
              <a:ea typeface="Century Gothic"/>
              <a:cs typeface="Century Gothic"/>
              <a:sym typeface="Century Gothic"/>
            </a:endParaRPr>
          </a:p>
        </p:txBody>
      </p:sp>
      <p:sp>
        <p:nvSpPr>
          <p:cNvPr id="331" name="Google Shape;331;g2a667672441_0_16"/>
          <p:cNvSpPr txBox="1"/>
          <p:nvPr/>
        </p:nvSpPr>
        <p:spPr>
          <a:xfrm>
            <a:off x="7140800" y="5820975"/>
            <a:ext cx="4398600" cy="400200"/>
          </a:xfrm>
          <a:prstGeom prst="rect">
            <a:avLst/>
          </a:prstGeom>
          <a:solidFill>
            <a:schemeClr val="accen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000">
                <a:solidFill>
                  <a:schemeClr val="dk1"/>
                </a:solidFill>
              </a:rPr>
              <a:t>This is a video link</a:t>
            </a:r>
            <a:endParaRPr b="1" sz="1000">
              <a:solidFill>
                <a:schemeClr val="dk1"/>
              </a:solidFill>
            </a:endParaRPr>
          </a:p>
          <a:p>
            <a:pPr indent="0" lvl="0" marL="0" marR="0" rtl="0" algn="l">
              <a:spcBef>
                <a:spcPts val="0"/>
              </a:spcBef>
              <a:spcAft>
                <a:spcPts val="0"/>
              </a:spcAft>
              <a:buNone/>
            </a:pPr>
            <a:r>
              <a:rPr lang="en-GB" sz="1000" u="sng">
                <a:solidFill>
                  <a:schemeClr val="dk1"/>
                </a:solidFill>
                <a:latin typeface="Century Gothic"/>
                <a:ea typeface="Century Gothic"/>
                <a:cs typeface="Century Gothic"/>
                <a:sym typeface="Century Gothic"/>
                <a:hlinkClick r:id="rId4">
                  <a:extLst>
                    <a:ext uri="{A12FA001-AC4F-418D-AE19-62706E023703}">
                      <ahyp:hlinkClr val="tx"/>
                    </a:ext>
                  </a:extLst>
                </a:hlinkClick>
              </a:rPr>
              <a:t>https://www.youtube.com/shorts/F1AvGOEz4vw</a:t>
            </a:r>
            <a:endParaRPr sz="1000">
              <a:solidFill>
                <a:schemeClr val="dk1"/>
              </a:solidFill>
              <a:latin typeface="Century Gothic"/>
              <a:ea typeface="Century Gothic"/>
              <a:cs typeface="Century Gothic"/>
              <a:sym typeface="Century Gothic"/>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35" name="Shape 335"/>
        <p:cNvGrpSpPr/>
        <p:nvPr/>
      </p:nvGrpSpPr>
      <p:grpSpPr>
        <a:xfrm>
          <a:off x="0" y="0"/>
          <a:ext cx="0" cy="0"/>
          <a:chOff x="0" y="0"/>
          <a:chExt cx="0" cy="0"/>
        </a:xfrm>
      </p:grpSpPr>
      <p:sp>
        <p:nvSpPr>
          <p:cNvPr id="336" name="Google Shape;336;g2a667672441_0_22"/>
          <p:cNvSpPr txBox="1"/>
          <p:nvPr/>
        </p:nvSpPr>
        <p:spPr>
          <a:xfrm>
            <a:off x="3962450" y="657275"/>
            <a:ext cx="5253900" cy="36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chemeClr val="lt1"/>
                </a:solidFill>
                <a:latin typeface="Century Gothic"/>
                <a:ea typeface="Century Gothic"/>
                <a:cs typeface="Century Gothic"/>
                <a:sym typeface="Century Gothic"/>
              </a:rPr>
              <a:t> Unveiling the Wireframe Solution</a:t>
            </a:r>
            <a:endParaRPr b="1" sz="1800">
              <a:solidFill>
                <a:schemeClr val="lt1"/>
              </a:solidFill>
              <a:latin typeface="Century Gothic"/>
              <a:ea typeface="Century Gothic"/>
              <a:cs typeface="Century Gothic"/>
              <a:sym typeface="Century Gothic"/>
            </a:endParaRPr>
          </a:p>
        </p:txBody>
      </p:sp>
      <p:pic>
        <p:nvPicPr>
          <p:cNvPr id="337" name="Google Shape;337;g2a667672441_0_22"/>
          <p:cNvPicPr preferRelativeResize="0"/>
          <p:nvPr/>
        </p:nvPicPr>
        <p:blipFill rotWithShape="1">
          <a:blip r:embed="rId3">
            <a:alphaModFix/>
          </a:blip>
          <a:srcRect b="690" l="0" r="0" t="680"/>
          <a:stretch/>
        </p:blipFill>
        <p:spPr>
          <a:xfrm>
            <a:off x="1184000" y="1121139"/>
            <a:ext cx="5253901" cy="5103136"/>
          </a:xfrm>
          <a:prstGeom prst="rect">
            <a:avLst/>
          </a:prstGeom>
          <a:noFill/>
          <a:ln>
            <a:noFill/>
          </a:ln>
        </p:spPr>
      </p:pic>
      <p:sp>
        <p:nvSpPr>
          <p:cNvPr id="338" name="Google Shape;338;g2a667672441_0_22"/>
          <p:cNvSpPr txBox="1"/>
          <p:nvPr/>
        </p:nvSpPr>
        <p:spPr>
          <a:xfrm>
            <a:off x="7140800" y="2615950"/>
            <a:ext cx="2716800" cy="81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n-GB" sz="1500" u="sng">
                <a:solidFill>
                  <a:schemeClr val="lt1"/>
                </a:solidFill>
                <a:latin typeface="Century Gothic"/>
                <a:ea typeface="Century Gothic"/>
                <a:cs typeface="Century Gothic"/>
                <a:sym typeface="Century Gothic"/>
              </a:rPr>
              <a:t>Step 5</a:t>
            </a:r>
            <a:endParaRPr b="1" i="1" sz="1500" u="sng">
              <a:solidFill>
                <a:schemeClr val="lt1"/>
              </a:solidFill>
              <a:latin typeface="Century Gothic"/>
              <a:ea typeface="Century Gothic"/>
              <a:cs typeface="Century Gothic"/>
              <a:sym typeface="Century Gothic"/>
            </a:endParaRPr>
          </a:p>
          <a:p>
            <a:pPr indent="-298450" lvl="0" marL="457200" rtl="0" algn="l">
              <a:lnSpc>
                <a:spcPct val="115000"/>
              </a:lnSpc>
              <a:spcBef>
                <a:spcPts val="1200"/>
              </a:spcBef>
              <a:spcAft>
                <a:spcPts val="0"/>
              </a:spcAft>
              <a:buClr>
                <a:schemeClr val="lt1"/>
              </a:buClr>
              <a:buSzPts val="1100"/>
              <a:buChar char="●"/>
            </a:pPr>
            <a:r>
              <a:rPr b="1" lang="en-GB" sz="1100">
                <a:solidFill>
                  <a:schemeClr val="lt1"/>
                </a:solidFill>
              </a:rPr>
              <a:t>Cancellation fee quotation.</a:t>
            </a:r>
            <a:endParaRPr b="1" sz="1100">
              <a:solidFill>
                <a:schemeClr val="lt1"/>
              </a:solidFill>
            </a:endParaRPr>
          </a:p>
          <a:p>
            <a:pPr indent="0" lvl="0" marL="0" rtl="0" algn="l">
              <a:spcBef>
                <a:spcPts val="1200"/>
              </a:spcBef>
              <a:spcAft>
                <a:spcPts val="0"/>
              </a:spcAft>
              <a:buNone/>
            </a:pPr>
            <a:r>
              <a:t/>
            </a:r>
            <a:endParaRPr b="1" sz="1100">
              <a:solidFill>
                <a:schemeClr val="lt1"/>
              </a:solidFill>
              <a:latin typeface="Century Gothic"/>
              <a:ea typeface="Century Gothic"/>
              <a:cs typeface="Century Gothic"/>
              <a:sym typeface="Century Gothic"/>
            </a:endParaRPr>
          </a:p>
        </p:txBody>
      </p:sp>
      <p:sp>
        <p:nvSpPr>
          <p:cNvPr id="339" name="Google Shape;339;g2a667672441_0_22"/>
          <p:cNvSpPr txBox="1"/>
          <p:nvPr/>
        </p:nvSpPr>
        <p:spPr>
          <a:xfrm>
            <a:off x="7140800" y="5820975"/>
            <a:ext cx="4398600" cy="400200"/>
          </a:xfrm>
          <a:prstGeom prst="rect">
            <a:avLst/>
          </a:prstGeom>
          <a:solidFill>
            <a:schemeClr val="accen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000">
                <a:solidFill>
                  <a:schemeClr val="dk1"/>
                </a:solidFill>
              </a:rPr>
              <a:t>This is a video link</a:t>
            </a:r>
            <a:endParaRPr b="1" sz="1000">
              <a:solidFill>
                <a:schemeClr val="dk1"/>
              </a:solidFill>
            </a:endParaRPr>
          </a:p>
          <a:p>
            <a:pPr indent="0" lvl="0" marL="0" marR="0" rtl="0" algn="l">
              <a:spcBef>
                <a:spcPts val="0"/>
              </a:spcBef>
              <a:spcAft>
                <a:spcPts val="0"/>
              </a:spcAft>
              <a:buNone/>
            </a:pPr>
            <a:r>
              <a:rPr lang="en-GB" sz="1000" u="sng">
                <a:solidFill>
                  <a:schemeClr val="dk1"/>
                </a:solidFill>
                <a:latin typeface="Century Gothic"/>
                <a:ea typeface="Century Gothic"/>
                <a:cs typeface="Century Gothic"/>
                <a:sym typeface="Century Gothic"/>
                <a:hlinkClick r:id="rId4">
                  <a:extLst>
                    <a:ext uri="{A12FA001-AC4F-418D-AE19-62706E023703}">
                      <ahyp:hlinkClr val="tx"/>
                    </a:ext>
                  </a:extLst>
                </a:hlinkClick>
              </a:rPr>
              <a:t>https://www.youtube.com/shorts/F1AvGOEz4vw</a:t>
            </a:r>
            <a:endParaRPr sz="1000">
              <a:solidFill>
                <a:schemeClr val="dk1"/>
              </a:solidFill>
              <a:latin typeface="Century Gothic"/>
              <a:ea typeface="Century Gothic"/>
              <a:cs typeface="Century Gothic"/>
              <a:sym typeface="Century Gothic"/>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43" name="Shape 343"/>
        <p:cNvGrpSpPr/>
        <p:nvPr/>
      </p:nvGrpSpPr>
      <p:grpSpPr>
        <a:xfrm>
          <a:off x="0" y="0"/>
          <a:ext cx="0" cy="0"/>
          <a:chOff x="0" y="0"/>
          <a:chExt cx="0" cy="0"/>
        </a:xfrm>
      </p:grpSpPr>
      <p:sp>
        <p:nvSpPr>
          <p:cNvPr id="344" name="Google Shape;344;g2a667672441_0_28"/>
          <p:cNvSpPr txBox="1"/>
          <p:nvPr/>
        </p:nvSpPr>
        <p:spPr>
          <a:xfrm>
            <a:off x="3962450" y="657275"/>
            <a:ext cx="5253900" cy="36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chemeClr val="lt1"/>
                </a:solidFill>
                <a:latin typeface="Century Gothic"/>
                <a:ea typeface="Century Gothic"/>
                <a:cs typeface="Century Gothic"/>
                <a:sym typeface="Century Gothic"/>
              </a:rPr>
              <a:t> Unveiling the Wireframe Solution</a:t>
            </a:r>
            <a:endParaRPr b="1" sz="1800">
              <a:solidFill>
                <a:schemeClr val="lt1"/>
              </a:solidFill>
              <a:latin typeface="Century Gothic"/>
              <a:ea typeface="Century Gothic"/>
              <a:cs typeface="Century Gothic"/>
              <a:sym typeface="Century Gothic"/>
            </a:endParaRPr>
          </a:p>
        </p:txBody>
      </p:sp>
      <p:pic>
        <p:nvPicPr>
          <p:cNvPr id="345" name="Google Shape;345;g2a667672441_0_28"/>
          <p:cNvPicPr preferRelativeResize="0"/>
          <p:nvPr/>
        </p:nvPicPr>
        <p:blipFill rotWithShape="1">
          <a:blip r:embed="rId3">
            <a:alphaModFix/>
          </a:blip>
          <a:srcRect b="347" l="0" r="0" t="347"/>
          <a:stretch/>
        </p:blipFill>
        <p:spPr>
          <a:xfrm>
            <a:off x="1184000" y="1121139"/>
            <a:ext cx="5253901" cy="5103136"/>
          </a:xfrm>
          <a:prstGeom prst="rect">
            <a:avLst/>
          </a:prstGeom>
          <a:noFill/>
          <a:ln>
            <a:noFill/>
          </a:ln>
        </p:spPr>
      </p:pic>
      <p:sp>
        <p:nvSpPr>
          <p:cNvPr id="346" name="Google Shape;346;g2a667672441_0_28"/>
          <p:cNvSpPr txBox="1"/>
          <p:nvPr/>
        </p:nvSpPr>
        <p:spPr>
          <a:xfrm>
            <a:off x="7140800" y="2615950"/>
            <a:ext cx="4131000" cy="81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n-GB" sz="1500" u="sng">
                <a:solidFill>
                  <a:schemeClr val="lt1"/>
                </a:solidFill>
                <a:latin typeface="Century Gothic"/>
                <a:ea typeface="Century Gothic"/>
                <a:cs typeface="Century Gothic"/>
                <a:sym typeface="Century Gothic"/>
              </a:rPr>
              <a:t>Step 6</a:t>
            </a:r>
            <a:endParaRPr b="1" i="1" sz="1500" u="sng">
              <a:solidFill>
                <a:schemeClr val="lt1"/>
              </a:solidFill>
              <a:latin typeface="Century Gothic"/>
              <a:ea typeface="Century Gothic"/>
              <a:cs typeface="Century Gothic"/>
              <a:sym typeface="Century Gothic"/>
            </a:endParaRPr>
          </a:p>
          <a:p>
            <a:pPr indent="-298450" lvl="0" marL="457200" rtl="0" algn="l">
              <a:lnSpc>
                <a:spcPct val="115000"/>
              </a:lnSpc>
              <a:spcBef>
                <a:spcPts val="1200"/>
              </a:spcBef>
              <a:spcAft>
                <a:spcPts val="0"/>
              </a:spcAft>
              <a:buClr>
                <a:schemeClr val="lt1"/>
              </a:buClr>
              <a:buSzPts val="1100"/>
              <a:buChar char="●"/>
            </a:pPr>
            <a:r>
              <a:rPr b="1" lang="en-GB" sz="1100">
                <a:solidFill>
                  <a:schemeClr val="lt1"/>
                </a:solidFill>
              </a:rPr>
              <a:t>User makes payment.</a:t>
            </a:r>
            <a:endParaRPr b="1" sz="1100">
              <a:solidFill>
                <a:schemeClr val="lt1"/>
              </a:solidFill>
            </a:endParaRPr>
          </a:p>
          <a:p>
            <a:pPr indent="0" lvl="0" marL="0" rtl="0" algn="l">
              <a:spcBef>
                <a:spcPts val="1200"/>
              </a:spcBef>
              <a:spcAft>
                <a:spcPts val="0"/>
              </a:spcAft>
              <a:buNone/>
            </a:pPr>
            <a:r>
              <a:t/>
            </a:r>
            <a:endParaRPr b="1" sz="1100">
              <a:solidFill>
                <a:schemeClr val="lt1"/>
              </a:solidFill>
              <a:latin typeface="Century Gothic"/>
              <a:ea typeface="Century Gothic"/>
              <a:cs typeface="Century Gothic"/>
              <a:sym typeface="Century Gothic"/>
            </a:endParaRPr>
          </a:p>
        </p:txBody>
      </p:sp>
      <p:sp>
        <p:nvSpPr>
          <p:cNvPr id="347" name="Google Shape;347;g2a667672441_0_28"/>
          <p:cNvSpPr txBox="1"/>
          <p:nvPr/>
        </p:nvSpPr>
        <p:spPr>
          <a:xfrm>
            <a:off x="7140800" y="5820975"/>
            <a:ext cx="4398600" cy="400200"/>
          </a:xfrm>
          <a:prstGeom prst="rect">
            <a:avLst/>
          </a:prstGeom>
          <a:solidFill>
            <a:schemeClr val="accen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000">
                <a:solidFill>
                  <a:schemeClr val="dk1"/>
                </a:solidFill>
              </a:rPr>
              <a:t>This is a video link</a:t>
            </a:r>
            <a:endParaRPr b="1" sz="1000">
              <a:solidFill>
                <a:schemeClr val="dk1"/>
              </a:solidFill>
            </a:endParaRPr>
          </a:p>
          <a:p>
            <a:pPr indent="0" lvl="0" marL="0" marR="0" rtl="0" algn="l">
              <a:spcBef>
                <a:spcPts val="0"/>
              </a:spcBef>
              <a:spcAft>
                <a:spcPts val="0"/>
              </a:spcAft>
              <a:buNone/>
            </a:pPr>
            <a:r>
              <a:rPr lang="en-GB" sz="1000" u="sng">
                <a:solidFill>
                  <a:schemeClr val="dk1"/>
                </a:solidFill>
                <a:latin typeface="Century Gothic"/>
                <a:ea typeface="Century Gothic"/>
                <a:cs typeface="Century Gothic"/>
                <a:sym typeface="Century Gothic"/>
                <a:hlinkClick r:id="rId4">
                  <a:extLst>
                    <a:ext uri="{A12FA001-AC4F-418D-AE19-62706E023703}">
                      <ahyp:hlinkClr val="tx"/>
                    </a:ext>
                  </a:extLst>
                </a:hlinkClick>
              </a:rPr>
              <a:t>https://www.youtube.com/shorts/F1AvGOEz4vw</a:t>
            </a:r>
            <a:endParaRPr sz="1000">
              <a:solidFill>
                <a:schemeClr val="dk1"/>
              </a:solidFill>
              <a:latin typeface="Century Gothic"/>
              <a:ea typeface="Century Gothic"/>
              <a:cs typeface="Century Gothic"/>
              <a:sym typeface="Century Gothic"/>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51" name="Shape 351"/>
        <p:cNvGrpSpPr/>
        <p:nvPr/>
      </p:nvGrpSpPr>
      <p:grpSpPr>
        <a:xfrm>
          <a:off x="0" y="0"/>
          <a:ext cx="0" cy="0"/>
          <a:chOff x="0" y="0"/>
          <a:chExt cx="0" cy="0"/>
        </a:xfrm>
      </p:grpSpPr>
      <p:sp>
        <p:nvSpPr>
          <p:cNvPr id="352" name="Google Shape;352;g2a667672441_0_34"/>
          <p:cNvSpPr txBox="1"/>
          <p:nvPr/>
        </p:nvSpPr>
        <p:spPr>
          <a:xfrm>
            <a:off x="3962450" y="657275"/>
            <a:ext cx="5253900" cy="36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chemeClr val="lt1"/>
                </a:solidFill>
                <a:latin typeface="Century Gothic"/>
                <a:ea typeface="Century Gothic"/>
                <a:cs typeface="Century Gothic"/>
                <a:sym typeface="Century Gothic"/>
              </a:rPr>
              <a:t> Unveiling the Wireframe Solution</a:t>
            </a:r>
            <a:endParaRPr b="1" sz="1800">
              <a:solidFill>
                <a:schemeClr val="lt1"/>
              </a:solidFill>
              <a:latin typeface="Century Gothic"/>
              <a:ea typeface="Century Gothic"/>
              <a:cs typeface="Century Gothic"/>
              <a:sym typeface="Century Gothic"/>
            </a:endParaRPr>
          </a:p>
        </p:txBody>
      </p:sp>
      <p:pic>
        <p:nvPicPr>
          <p:cNvPr id="353" name="Google Shape;353;g2a667672441_0_34"/>
          <p:cNvPicPr preferRelativeResize="0"/>
          <p:nvPr/>
        </p:nvPicPr>
        <p:blipFill rotWithShape="1">
          <a:blip r:embed="rId3">
            <a:alphaModFix/>
          </a:blip>
          <a:srcRect b="0" l="2426" r="2426" t="0"/>
          <a:stretch/>
        </p:blipFill>
        <p:spPr>
          <a:xfrm>
            <a:off x="1184000" y="1121139"/>
            <a:ext cx="5253901" cy="5103137"/>
          </a:xfrm>
          <a:prstGeom prst="rect">
            <a:avLst/>
          </a:prstGeom>
          <a:noFill/>
          <a:ln>
            <a:noFill/>
          </a:ln>
        </p:spPr>
      </p:pic>
      <p:sp>
        <p:nvSpPr>
          <p:cNvPr id="354" name="Google Shape;354;g2a667672441_0_34"/>
          <p:cNvSpPr txBox="1"/>
          <p:nvPr/>
        </p:nvSpPr>
        <p:spPr>
          <a:xfrm>
            <a:off x="7140800" y="2615950"/>
            <a:ext cx="4131000" cy="171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500" u="sng">
                <a:solidFill>
                  <a:schemeClr val="lt1"/>
                </a:solidFill>
                <a:latin typeface="Century Gothic"/>
                <a:ea typeface="Century Gothic"/>
                <a:cs typeface="Century Gothic"/>
                <a:sym typeface="Century Gothic"/>
              </a:rPr>
              <a:t>Step 7</a:t>
            </a:r>
            <a:endParaRPr b="1" sz="1500" u="sng">
              <a:solidFill>
                <a:schemeClr val="lt1"/>
              </a:solidFill>
              <a:latin typeface="Century Gothic"/>
              <a:ea typeface="Century Gothic"/>
              <a:cs typeface="Century Gothic"/>
              <a:sym typeface="Century Gothic"/>
            </a:endParaRPr>
          </a:p>
          <a:p>
            <a:pPr indent="-298450" lvl="0" marL="457200" rtl="0" algn="l">
              <a:lnSpc>
                <a:spcPct val="115000"/>
              </a:lnSpc>
              <a:spcBef>
                <a:spcPts val="1200"/>
              </a:spcBef>
              <a:spcAft>
                <a:spcPts val="0"/>
              </a:spcAft>
              <a:buClr>
                <a:schemeClr val="lt1"/>
              </a:buClr>
              <a:buSzPts val="1100"/>
              <a:buChar char="●"/>
            </a:pPr>
            <a:r>
              <a:rPr b="1" lang="en-GB" sz="1100">
                <a:solidFill>
                  <a:schemeClr val="lt1"/>
                </a:solidFill>
              </a:rPr>
              <a:t>have an option if users want their confirmation via an sms or email address, that will include how long will it take for their cancellation to be fully processed.</a:t>
            </a:r>
            <a:endParaRPr b="1" sz="1100">
              <a:solidFill>
                <a:schemeClr val="lt1"/>
              </a:solidFill>
            </a:endParaRPr>
          </a:p>
          <a:p>
            <a:pPr indent="0" lvl="0" marL="0" rtl="0" algn="l">
              <a:spcBef>
                <a:spcPts val="1200"/>
              </a:spcBef>
              <a:spcAft>
                <a:spcPts val="0"/>
              </a:spcAft>
              <a:buNone/>
            </a:pPr>
            <a:r>
              <a:t/>
            </a:r>
            <a:endParaRPr b="1" sz="1100">
              <a:solidFill>
                <a:schemeClr val="lt1"/>
              </a:solidFill>
              <a:latin typeface="Century Gothic"/>
              <a:ea typeface="Century Gothic"/>
              <a:cs typeface="Century Gothic"/>
              <a:sym typeface="Century Gothic"/>
            </a:endParaRPr>
          </a:p>
        </p:txBody>
      </p:sp>
      <p:sp>
        <p:nvSpPr>
          <p:cNvPr id="355" name="Google Shape;355;g2a667672441_0_34"/>
          <p:cNvSpPr txBox="1"/>
          <p:nvPr/>
        </p:nvSpPr>
        <p:spPr>
          <a:xfrm>
            <a:off x="7140800" y="5820975"/>
            <a:ext cx="4398600" cy="400200"/>
          </a:xfrm>
          <a:prstGeom prst="rect">
            <a:avLst/>
          </a:prstGeom>
          <a:solidFill>
            <a:schemeClr val="accen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000">
                <a:solidFill>
                  <a:schemeClr val="dk1"/>
                </a:solidFill>
              </a:rPr>
              <a:t>This is a video link</a:t>
            </a:r>
            <a:endParaRPr b="1" sz="1000">
              <a:solidFill>
                <a:schemeClr val="dk1"/>
              </a:solidFill>
            </a:endParaRPr>
          </a:p>
          <a:p>
            <a:pPr indent="0" lvl="0" marL="0" marR="0" rtl="0" algn="l">
              <a:spcBef>
                <a:spcPts val="0"/>
              </a:spcBef>
              <a:spcAft>
                <a:spcPts val="0"/>
              </a:spcAft>
              <a:buNone/>
            </a:pPr>
            <a:r>
              <a:rPr lang="en-GB" sz="1000" u="sng">
                <a:solidFill>
                  <a:schemeClr val="dk1"/>
                </a:solidFill>
                <a:latin typeface="Century Gothic"/>
                <a:ea typeface="Century Gothic"/>
                <a:cs typeface="Century Gothic"/>
                <a:sym typeface="Century Gothic"/>
                <a:hlinkClick r:id="rId4">
                  <a:extLst>
                    <a:ext uri="{A12FA001-AC4F-418D-AE19-62706E023703}">
                      <ahyp:hlinkClr val="tx"/>
                    </a:ext>
                  </a:extLst>
                </a:hlinkClick>
              </a:rPr>
              <a:t>https://www.youtube.com/shorts/F1AvGOEz4vw</a:t>
            </a:r>
            <a:endParaRPr sz="1000">
              <a:solidFill>
                <a:schemeClr val="dk1"/>
              </a:solidFill>
              <a:latin typeface="Century Gothic"/>
              <a:ea typeface="Century Gothic"/>
              <a:cs typeface="Century Gothic"/>
              <a:sym typeface="Century Gothic"/>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59" name="Shape 359"/>
        <p:cNvGrpSpPr/>
        <p:nvPr/>
      </p:nvGrpSpPr>
      <p:grpSpPr>
        <a:xfrm>
          <a:off x="0" y="0"/>
          <a:ext cx="0" cy="0"/>
          <a:chOff x="0" y="0"/>
          <a:chExt cx="0" cy="0"/>
        </a:xfrm>
      </p:grpSpPr>
      <p:sp>
        <p:nvSpPr>
          <p:cNvPr id="360" name="Google Shape;360;g2a667672441_0_40"/>
          <p:cNvSpPr txBox="1"/>
          <p:nvPr/>
        </p:nvSpPr>
        <p:spPr>
          <a:xfrm>
            <a:off x="3962450" y="657275"/>
            <a:ext cx="5253900" cy="36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chemeClr val="lt1"/>
                </a:solidFill>
                <a:latin typeface="Century Gothic"/>
                <a:ea typeface="Century Gothic"/>
                <a:cs typeface="Century Gothic"/>
                <a:sym typeface="Century Gothic"/>
              </a:rPr>
              <a:t> Unveiling the Wireframe Solution</a:t>
            </a:r>
            <a:endParaRPr b="1" sz="1800">
              <a:solidFill>
                <a:schemeClr val="lt1"/>
              </a:solidFill>
              <a:latin typeface="Century Gothic"/>
              <a:ea typeface="Century Gothic"/>
              <a:cs typeface="Century Gothic"/>
              <a:sym typeface="Century Gothic"/>
            </a:endParaRPr>
          </a:p>
        </p:txBody>
      </p:sp>
      <p:pic>
        <p:nvPicPr>
          <p:cNvPr id="361" name="Google Shape;361;g2a667672441_0_40"/>
          <p:cNvPicPr preferRelativeResize="0"/>
          <p:nvPr/>
        </p:nvPicPr>
        <p:blipFill rotWithShape="1">
          <a:blip r:embed="rId3">
            <a:alphaModFix/>
          </a:blip>
          <a:srcRect b="797" l="0" r="0" t="787"/>
          <a:stretch/>
        </p:blipFill>
        <p:spPr>
          <a:xfrm>
            <a:off x="1184000" y="1121139"/>
            <a:ext cx="5253902" cy="5103137"/>
          </a:xfrm>
          <a:prstGeom prst="rect">
            <a:avLst/>
          </a:prstGeom>
          <a:noFill/>
          <a:ln>
            <a:noFill/>
          </a:ln>
        </p:spPr>
      </p:pic>
      <p:sp>
        <p:nvSpPr>
          <p:cNvPr id="362" name="Google Shape;362;g2a667672441_0_40"/>
          <p:cNvSpPr txBox="1"/>
          <p:nvPr/>
        </p:nvSpPr>
        <p:spPr>
          <a:xfrm>
            <a:off x="7140800" y="2615950"/>
            <a:ext cx="4131000" cy="81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n-GB" sz="1500" u="sng">
                <a:solidFill>
                  <a:schemeClr val="lt1"/>
                </a:solidFill>
                <a:latin typeface="Century Gothic"/>
                <a:ea typeface="Century Gothic"/>
                <a:cs typeface="Century Gothic"/>
                <a:sym typeface="Century Gothic"/>
              </a:rPr>
              <a:t>Step 8</a:t>
            </a:r>
            <a:endParaRPr b="1" i="1" sz="1500" u="sng">
              <a:solidFill>
                <a:schemeClr val="lt1"/>
              </a:solidFill>
              <a:latin typeface="Century Gothic"/>
              <a:ea typeface="Century Gothic"/>
              <a:cs typeface="Century Gothic"/>
              <a:sym typeface="Century Gothic"/>
            </a:endParaRPr>
          </a:p>
          <a:p>
            <a:pPr indent="-298450" lvl="0" marL="457200" rtl="0" algn="l">
              <a:lnSpc>
                <a:spcPct val="115000"/>
              </a:lnSpc>
              <a:spcBef>
                <a:spcPts val="1200"/>
              </a:spcBef>
              <a:spcAft>
                <a:spcPts val="0"/>
              </a:spcAft>
              <a:buClr>
                <a:schemeClr val="lt1"/>
              </a:buClr>
              <a:buSzPts val="1100"/>
              <a:buChar char="●"/>
            </a:pPr>
            <a:r>
              <a:rPr b="1" lang="en-GB" sz="1100">
                <a:solidFill>
                  <a:schemeClr val="lt1"/>
                </a:solidFill>
              </a:rPr>
              <a:t>This is optional</a:t>
            </a:r>
            <a:endParaRPr b="1" sz="1100">
              <a:solidFill>
                <a:schemeClr val="lt1"/>
              </a:solidFill>
            </a:endParaRPr>
          </a:p>
          <a:p>
            <a:pPr indent="0" lvl="0" marL="0" rtl="0" algn="l">
              <a:spcBef>
                <a:spcPts val="1200"/>
              </a:spcBef>
              <a:spcAft>
                <a:spcPts val="0"/>
              </a:spcAft>
              <a:buNone/>
            </a:pPr>
            <a:r>
              <a:t/>
            </a:r>
            <a:endParaRPr b="1" sz="1100">
              <a:solidFill>
                <a:schemeClr val="lt1"/>
              </a:solidFill>
              <a:latin typeface="Century Gothic"/>
              <a:ea typeface="Century Gothic"/>
              <a:cs typeface="Century Gothic"/>
              <a:sym typeface="Century Gothic"/>
            </a:endParaRPr>
          </a:p>
        </p:txBody>
      </p:sp>
      <p:sp>
        <p:nvSpPr>
          <p:cNvPr id="363" name="Google Shape;363;g2a667672441_0_40"/>
          <p:cNvSpPr txBox="1"/>
          <p:nvPr/>
        </p:nvSpPr>
        <p:spPr>
          <a:xfrm>
            <a:off x="7140800" y="5820975"/>
            <a:ext cx="4398600" cy="400200"/>
          </a:xfrm>
          <a:prstGeom prst="rect">
            <a:avLst/>
          </a:prstGeom>
          <a:solidFill>
            <a:schemeClr val="accen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000">
                <a:solidFill>
                  <a:schemeClr val="dk1"/>
                </a:solidFill>
              </a:rPr>
              <a:t>This is a video link</a:t>
            </a:r>
            <a:endParaRPr b="1" sz="1000">
              <a:solidFill>
                <a:schemeClr val="dk1"/>
              </a:solidFill>
            </a:endParaRPr>
          </a:p>
          <a:p>
            <a:pPr indent="0" lvl="0" marL="0" marR="0" rtl="0" algn="l">
              <a:spcBef>
                <a:spcPts val="0"/>
              </a:spcBef>
              <a:spcAft>
                <a:spcPts val="0"/>
              </a:spcAft>
              <a:buNone/>
            </a:pPr>
            <a:r>
              <a:rPr lang="en-GB" sz="1000" u="sng">
                <a:solidFill>
                  <a:schemeClr val="dk1"/>
                </a:solidFill>
                <a:latin typeface="Century Gothic"/>
                <a:ea typeface="Century Gothic"/>
                <a:cs typeface="Century Gothic"/>
                <a:sym typeface="Century Gothic"/>
                <a:hlinkClick r:id="rId4">
                  <a:extLst>
                    <a:ext uri="{A12FA001-AC4F-418D-AE19-62706E023703}">
                      <ahyp:hlinkClr val="tx"/>
                    </a:ext>
                  </a:extLst>
                </a:hlinkClick>
              </a:rPr>
              <a:t>https://www.youtube.com/shorts/F1AvGOEz4vw</a:t>
            </a:r>
            <a:endParaRPr sz="1000">
              <a:solidFill>
                <a:schemeClr val="dk1"/>
              </a:solidFill>
              <a:latin typeface="Century Gothic"/>
              <a:ea typeface="Century Gothic"/>
              <a:cs typeface="Century Gothic"/>
              <a:sym typeface="Century Gothic"/>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67" name="Shape 367"/>
        <p:cNvGrpSpPr/>
        <p:nvPr/>
      </p:nvGrpSpPr>
      <p:grpSpPr>
        <a:xfrm>
          <a:off x="0" y="0"/>
          <a:ext cx="0" cy="0"/>
          <a:chOff x="0" y="0"/>
          <a:chExt cx="0" cy="0"/>
        </a:xfrm>
      </p:grpSpPr>
      <p:sp>
        <p:nvSpPr>
          <p:cNvPr id="368" name="Google Shape;368;g2a667672441_0_46"/>
          <p:cNvSpPr txBox="1"/>
          <p:nvPr/>
        </p:nvSpPr>
        <p:spPr>
          <a:xfrm>
            <a:off x="3962450" y="657275"/>
            <a:ext cx="5253900" cy="36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chemeClr val="lt1"/>
                </a:solidFill>
                <a:latin typeface="Century Gothic"/>
                <a:ea typeface="Century Gothic"/>
                <a:cs typeface="Century Gothic"/>
                <a:sym typeface="Century Gothic"/>
              </a:rPr>
              <a:t> Unveiling the Wireframe Solution</a:t>
            </a:r>
            <a:endParaRPr b="1" sz="1800">
              <a:solidFill>
                <a:schemeClr val="lt1"/>
              </a:solidFill>
              <a:latin typeface="Century Gothic"/>
              <a:ea typeface="Century Gothic"/>
              <a:cs typeface="Century Gothic"/>
              <a:sym typeface="Century Gothic"/>
            </a:endParaRPr>
          </a:p>
        </p:txBody>
      </p:sp>
      <p:pic>
        <p:nvPicPr>
          <p:cNvPr id="369" name="Google Shape;369;g2a667672441_0_46"/>
          <p:cNvPicPr preferRelativeResize="0"/>
          <p:nvPr/>
        </p:nvPicPr>
        <p:blipFill rotWithShape="1">
          <a:blip r:embed="rId3">
            <a:alphaModFix/>
          </a:blip>
          <a:srcRect b="0" l="1858" r="1858" t="0"/>
          <a:stretch/>
        </p:blipFill>
        <p:spPr>
          <a:xfrm>
            <a:off x="1184000" y="1121139"/>
            <a:ext cx="5253900" cy="5103136"/>
          </a:xfrm>
          <a:prstGeom prst="rect">
            <a:avLst/>
          </a:prstGeom>
          <a:noFill/>
          <a:ln>
            <a:noFill/>
          </a:ln>
        </p:spPr>
      </p:pic>
      <p:sp>
        <p:nvSpPr>
          <p:cNvPr id="370" name="Google Shape;370;g2a667672441_0_46"/>
          <p:cNvSpPr txBox="1"/>
          <p:nvPr/>
        </p:nvSpPr>
        <p:spPr>
          <a:xfrm>
            <a:off x="7140800" y="2615950"/>
            <a:ext cx="4131000" cy="171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n-GB" sz="1500" u="sng">
                <a:solidFill>
                  <a:schemeClr val="lt1"/>
                </a:solidFill>
                <a:latin typeface="Century Gothic"/>
                <a:ea typeface="Century Gothic"/>
                <a:cs typeface="Century Gothic"/>
                <a:sym typeface="Century Gothic"/>
              </a:rPr>
              <a:t>S</a:t>
            </a:r>
            <a:r>
              <a:rPr b="1" i="1" lang="en-GB" sz="1500" u="sng">
                <a:solidFill>
                  <a:schemeClr val="lt1"/>
                </a:solidFill>
                <a:latin typeface="Century Gothic"/>
                <a:ea typeface="Century Gothic"/>
                <a:cs typeface="Century Gothic"/>
                <a:sym typeface="Century Gothic"/>
              </a:rPr>
              <a:t>tep 9</a:t>
            </a:r>
            <a:endParaRPr b="1" i="1" sz="1500" u="sng">
              <a:solidFill>
                <a:schemeClr val="lt1"/>
              </a:solidFill>
              <a:latin typeface="Century Gothic"/>
              <a:ea typeface="Century Gothic"/>
              <a:cs typeface="Century Gothic"/>
              <a:sym typeface="Century Gothic"/>
            </a:endParaRPr>
          </a:p>
          <a:p>
            <a:pPr indent="-298450" lvl="0" marL="457200" rtl="0" algn="l">
              <a:lnSpc>
                <a:spcPct val="115000"/>
              </a:lnSpc>
              <a:spcBef>
                <a:spcPts val="1200"/>
              </a:spcBef>
              <a:spcAft>
                <a:spcPts val="0"/>
              </a:spcAft>
              <a:buClr>
                <a:schemeClr val="lt1"/>
              </a:buClr>
              <a:buSzPts val="1100"/>
              <a:buChar char="●"/>
            </a:pPr>
            <a:r>
              <a:rPr b="1" lang="en-GB" sz="1100">
                <a:solidFill>
                  <a:schemeClr val="lt1"/>
                </a:solidFill>
              </a:rPr>
              <a:t>if user finds it difficult then they can ask the chat bot for help.</a:t>
            </a:r>
            <a:endParaRPr b="1" sz="1100">
              <a:solidFill>
                <a:schemeClr val="lt1"/>
              </a:solidFill>
            </a:endParaRPr>
          </a:p>
          <a:p>
            <a:pPr indent="-298450" lvl="0" marL="457200" rtl="0" algn="l">
              <a:lnSpc>
                <a:spcPct val="115000"/>
              </a:lnSpc>
              <a:spcBef>
                <a:spcPts val="0"/>
              </a:spcBef>
              <a:spcAft>
                <a:spcPts val="0"/>
              </a:spcAft>
              <a:buClr>
                <a:schemeClr val="lt1"/>
              </a:buClr>
              <a:buSzPts val="1100"/>
              <a:buChar char="●"/>
            </a:pPr>
            <a:r>
              <a:rPr b="1" lang="en-GB" sz="1100">
                <a:solidFill>
                  <a:schemeClr val="lt1"/>
                </a:solidFill>
              </a:rPr>
              <a:t>Chat window for real-time conversations.</a:t>
            </a:r>
            <a:endParaRPr b="1" sz="1100">
              <a:solidFill>
                <a:schemeClr val="lt1"/>
              </a:solidFill>
            </a:endParaRPr>
          </a:p>
          <a:p>
            <a:pPr indent="-298450" lvl="0" marL="457200" rtl="0" algn="l">
              <a:lnSpc>
                <a:spcPct val="115000"/>
              </a:lnSpc>
              <a:spcBef>
                <a:spcPts val="0"/>
              </a:spcBef>
              <a:spcAft>
                <a:spcPts val="0"/>
              </a:spcAft>
              <a:buClr>
                <a:schemeClr val="lt1"/>
              </a:buClr>
              <a:buSzPts val="1100"/>
              <a:buChar char="●"/>
            </a:pPr>
            <a:r>
              <a:rPr b="1" lang="en-GB" sz="1100">
                <a:solidFill>
                  <a:schemeClr val="lt1"/>
                </a:solidFill>
              </a:rPr>
              <a:t>Input field for users to type queries.</a:t>
            </a:r>
            <a:endParaRPr b="1" sz="1100">
              <a:solidFill>
                <a:schemeClr val="lt1"/>
              </a:solidFill>
            </a:endParaRPr>
          </a:p>
          <a:p>
            <a:pPr indent="0" lvl="0" marL="0" rtl="0" algn="l">
              <a:spcBef>
                <a:spcPts val="1200"/>
              </a:spcBef>
              <a:spcAft>
                <a:spcPts val="0"/>
              </a:spcAft>
              <a:buNone/>
            </a:pPr>
            <a:r>
              <a:t/>
            </a:r>
            <a:endParaRPr b="1" sz="1100">
              <a:solidFill>
                <a:schemeClr val="lt1"/>
              </a:solidFill>
              <a:latin typeface="Century Gothic"/>
              <a:ea typeface="Century Gothic"/>
              <a:cs typeface="Century Gothic"/>
              <a:sym typeface="Century Gothic"/>
            </a:endParaRPr>
          </a:p>
        </p:txBody>
      </p:sp>
      <p:sp>
        <p:nvSpPr>
          <p:cNvPr id="371" name="Google Shape;371;g2a667672441_0_46"/>
          <p:cNvSpPr txBox="1"/>
          <p:nvPr/>
        </p:nvSpPr>
        <p:spPr>
          <a:xfrm>
            <a:off x="7140800" y="5820975"/>
            <a:ext cx="4398600" cy="400200"/>
          </a:xfrm>
          <a:prstGeom prst="rect">
            <a:avLst/>
          </a:prstGeom>
          <a:solidFill>
            <a:schemeClr val="accen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000">
                <a:solidFill>
                  <a:schemeClr val="dk1"/>
                </a:solidFill>
              </a:rPr>
              <a:t>This is a video link</a:t>
            </a:r>
            <a:endParaRPr b="1" sz="1000">
              <a:solidFill>
                <a:schemeClr val="dk1"/>
              </a:solidFill>
            </a:endParaRPr>
          </a:p>
          <a:p>
            <a:pPr indent="0" lvl="0" marL="0" marR="0" rtl="0" algn="l">
              <a:spcBef>
                <a:spcPts val="0"/>
              </a:spcBef>
              <a:spcAft>
                <a:spcPts val="0"/>
              </a:spcAft>
              <a:buNone/>
            </a:pPr>
            <a:r>
              <a:rPr lang="en-GB" sz="1000" u="sng">
                <a:solidFill>
                  <a:schemeClr val="dk1"/>
                </a:solidFill>
                <a:latin typeface="Century Gothic"/>
                <a:ea typeface="Century Gothic"/>
                <a:cs typeface="Century Gothic"/>
                <a:sym typeface="Century Gothic"/>
                <a:hlinkClick r:id="rId4">
                  <a:extLst>
                    <a:ext uri="{A12FA001-AC4F-418D-AE19-62706E023703}">
                      <ahyp:hlinkClr val="tx"/>
                    </a:ext>
                  </a:extLst>
                </a:hlinkClick>
              </a:rPr>
              <a:t>https://www.youtube.com/shorts/F1AvGOEz4vw</a:t>
            </a:r>
            <a:endParaRPr sz="1000">
              <a:solidFill>
                <a:schemeClr val="dk1"/>
              </a:solidFill>
              <a:latin typeface="Century Gothic"/>
              <a:ea typeface="Century Gothic"/>
              <a:cs typeface="Century Gothic"/>
              <a:sym typeface="Century Gothic"/>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75" name="Shape 375"/>
        <p:cNvGrpSpPr/>
        <p:nvPr/>
      </p:nvGrpSpPr>
      <p:grpSpPr>
        <a:xfrm>
          <a:off x="0" y="0"/>
          <a:ext cx="0" cy="0"/>
          <a:chOff x="0" y="0"/>
          <a:chExt cx="0" cy="0"/>
        </a:xfrm>
      </p:grpSpPr>
      <p:sp>
        <p:nvSpPr>
          <p:cNvPr id="376" name="Google Shape;376;p9"/>
          <p:cNvSpPr txBox="1"/>
          <p:nvPr/>
        </p:nvSpPr>
        <p:spPr>
          <a:xfrm>
            <a:off x="771774" y="1111446"/>
            <a:ext cx="10424513"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400">
              <a:solidFill>
                <a:schemeClr val="lt1"/>
              </a:solidFill>
              <a:latin typeface="Century Gothic"/>
              <a:ea typeface="Century Gothic"/>
              <a:cs typeface="Century Gothic"/>
              <a:sym typeface="Century Gothic"/>
            </a:endParaRPr>
          </a:p>
          <a:p>
            <a:pPr indent="0" lvl="0" marL="0" marR="0" rtl="0" algn="l">
              <a:spcBef>
                <a:spcPts val="0"/>
              </a:spcBef>
              <a:spcAft>
                <a:spcPts val="0"/>
              </a:spcAft>
              <a:buNone/>
            </a:pPr>
            <a:r>
              <a:t/>
            </a:r>
            <a:endParaRPr sz="1400">
              <a:solidFill>
                <a:schemeClr val="lt1"/>
              </a:solidFill>
              <a:latin typeface="Century Gothic"/>
              <a:ea typeface="Century Gothic"/>
              <a:cs typeface="Century Gothic"/>
              <a:sym typeface="Century Gothic"/>
            </a:endParaRPr>
          </a:p>
          <a:p>
            <a:pPr indent="0" lvl="0" marL="0" marR="0" rtl="0" algn="l">
              <a:spcBef>
                <a:spcPts val="0"/>
              </a:spcBef>
              <a:spcAft>
                <a:spcPts val="0"/>
              </a:spcAft>
              <a:buNone/>
            </a:pPr>
            <a:r>
              <a:rPr lang="en-GB" sz="1200">
                <a:solidFill>
                  <a:schemeClr val="lt1"/>
                </a:solidFill>
                <a:latin typeface="Century Gothic"/>
                <a:ea typeface="Century Gothic"/>
                <a:cs typeface="Century Gothic"/>
                <a:sym typeface="Century Gothic"/>
              </a:rPr>
              <a:t>.</a:t>
            </a:r>
            <a:endParaRPr/>
          </a:p>
        </p:txBody>
      </p:sp>
      <p:sp>
        <p:nvSpPr>
          <p:cNvPr id="377" name="Google Shape;377;p9"/>
          <p:cNvSpPr txBox="1"/>
          <p:nvPr/>
        </p:nvSpPr>
        <p:spPr>
          <a:xfrm>
            <a:off x="4394001" y="801451"/>
            <a:ext cx="43908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chemeClr val="lt1"/>
                </a:solidFill>
                <a:latin typeface="Century Gothic"/>
                <a:ea typeface="Century Gothic"/>
                <a:cs typeface="Century Gothic"/>
                <a:sym typeface="Century Gothic"/>
              </a:rPr>
              <a:t> User Feedback - Refining the Solution</a:t>
            </a:r>
            <a:endParaRPr b="1" sz="1800">
              <a:solidFill>
                <a:schemeClr val="lt1"/>
              </a:solidFill>
              <a:latin typeface="Century Gothic"/>
              <a:ea typeface="Century Gothic"/>
              <a:cs typeface="Century Gothic"/>
              <a:sym typeface="Century Gothic"/>
            </a:endParaRPr>
          </a:p>
        </p:txBody>
      </p:sp>
      <p:sp>
        <p:nvSpPr>
          <p:cNvPr id="378" name="Google Shape;378;p9"/>
          <p:cNvSpPr txBox="1"/>
          <p:nvPr/>
        </p:nvSpPr>
        <p:spPr>
          <a:xfrm>
            <a:off x="750150" y="1611925"/>
            <a:ext cx="10713300" cy="1754700"/>
          </a:xfrm>
          <a:prstGeom prst="rect">
            <a:avLst/>
          </a:prstGeom>
          <a:noFill/>
          <a:ln cap="flat" cmpd="sng" w="9525">
            <a:solidFill>
              <a:schemeClr val="l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spcBef>
                <a:spcPts val="0"/>
              </a:spcBef>
              <a:spcAft>
                <a:spcPts val="0"/>
              </a:spcAft>
              <a:buNone/>
            </a:pPr>
            <a:r>
              <a:rPr lang="en-GB" sz="1200">
                <a:solidFill>
                  <a:schemeClr val="lt1"/>
                </a:solidFill>
                <a:latin typeface="Century Gothic"/>
                <a:ea typeface="Century Gothic"/>
                <a:cs typeface="Century Gothic"/>
                <a:sym typeface="Century Gothic"/>
              </a:rPr>
              <a:t>User Needs:</a:t>
            </a:r>
            <a:endParaRPr/>
          </a:p>
          <a:p>
            <a:pPr indent="0" lvl="0" marL="0" marR="0" rtl="0" algn="just">
              <a:spcBef>
                <a:spcPts val="0"/>
              </a:spcBef>
              <a:spcAft>
                <a:spcPts val="0"/>
              </a:spcAft>
              <a:buNone/>
            </a:pPr>
            <a:r>
              <a:t/>
            </a:r>
            <a:endParaRPr sz="1200">
              <a:solidFill>
                <a:schemeClr val="lt1"/>
              </a:solidFill>
              <a:latin typeface="Century Gothic"/>
              <a:ea typeface="Century Gothic"/>
              <a:cs typeface="Century Gothic"/>
              <a:sym typeface="Century Gothic"/>
            </a:endParaRPr>
          </a:p>
          <a:p>
            <a:pPr indent="0" lvl="0" marL="0" marR="0" rtl="0" algn="just">
              <a:spcBef>
                <a:spcPts val="0"/>
              </a:spcBef>
              <a:spcAft>
                <a:spcPts val="0"/>
              </a:spcAft>
              <a:buNone/>
            </a:pPr>
            <a:r>
              <a:rPr b="1" lang="en-GB" sz="1200">
                <a:solidFill>
                  <a:schemeClr val="lt1"/>
                </a:solidFill>
                <a:latin typeface="Century Gothic"/>
                <a:ea typeface="Century Gothic"/>
                <a:cs typeface="Century Gothic"/>
                <a:sym typeface="Century Gothic"/>
              </a:rPr>
              <a:t>Clear Policy Understanding</a:t>
            </a:r>
            <a:r>
              <a:rPr lang="en-GB" sz="1200">
                <a:solidFill>
                  <a:schemeClr val="lt1"/>
                </a:solidFill>
                <a:latin typeface="Century Gothic"/>
                <a:ea typeface="Century Gothic"/>
                <a:cs typeface="Century Gothic"/>
                <a:sym typeface="Century Gothic"/>
              </a:rPr>
              <a:t>:</a:t>
            </a:r>
            <a:endParaRPr/>
          </a:p>
          <a:p>
            <a:pPr indent="0" lvl="0" marL="0" marR="0" rtl="0" algn="just">
              <a:spcBef>
                <a:spcPts val="0"/>
              </a:spcBef>
              <a:spcAft>
                <a:spcPts val="0"/>
              </a:spcAft>
              <a:buNone/>
            </a:pPr>
            <a:r>
              <a:rPr lang="en-GB" sz="1200">
                <a:solidFill>
                  <a:schemeClr val="lt1"/>
                </a:solidFill>
                <a:latin typeface="Century Gothic"/>
                <a:ea typeface="Century Gothic"/>
                <a:cs typeface="Century Gothic"/>
                <a:sym typeface="Century Gothic"/>
              </a:rPr>
              <a:t>Test users expressed the need for clearer explanations of policy details within the app. Some found certain contract terms confusing and sought a more straightforward presentation.</a:t>
            </a:r>
            <a:endParaRPr/>
          </a:p>
          <a:p>
            <a:pPr indent="0" lvl="0" marL="0" marR="0" rtl="0" algn="just">
              <a:spcBef>
                <a:spcPts val="0"/>
              </a:spcBef>
              <a:spcAft>
                <a:spcPts val="0"/>
              </a:spcAft>
              <a:buNone/>
            </a:pPr>
            <a:r>
              <a:t/>
            </a:r>
            <a:endParaRPr sz="1200">
              <a:solidFill>
                <a:schemeClr val="lt1"/>
              </a:solidFill>
              <a:latin typeface="Century Gothic"/>
              <a:ea typeface="Century Gothic"/>
              <a:cs typeface="Century Gothic"/>
              <a:sym typeface="Century Gothic"/>
            </a:endParaRPr>
          </a:p>
          <a:p>
            <a:pPr indent="0" lvl="0" marL="0" marR="0" rtl="0" algn="just">
              <a:spcBef>
                <a:spcPts val="0"/>
              </a:spcBef>
              <a:spcAft>
                <a:spcPts val="0"/>
              </a:spcAft>
              <a:buNone/>
            </a:pPr>
            <a:r>
              <a:rPr b="1" lang="en-GB" sz="1200">
                <a:solidFill>
                  <a:schemeClr val="lt1"/>
                </a:solidFill>
                <a:latin typeface="Century Gothic"/>
                <a:ea typeface="Century Gothic"/>
                <a:cs typeface="Century Gothic"/>
                <a:sym typeface="Century Gothic"/>
              </a:rPr>
              <a:t>Efficient Assistance from Agents</a:t>
            </a:r>
            <a:r>
              <a:rPr lang="en-GB" sz="1200">
                <a:solidFill>
                  <a:schemeClr val="lt1"/>
                </a:solidFill>
                <a:latin typeface="Century Gothic"/>
                <a:ea typeface="Century Gothic"/>
                <a:cs typeface="Century Gothic"/>
                <a:sym typeface="Century Gothic"/>
              </a:rPr>
              <a:t>:</a:t>
            </a:r>
            <a:endParaRPr/>
          </a:p>
          <a:p>
            <a:pPr indent="0" lvl="0" marL="0" marR="0" rtl="0" algn="just">
              <a:spcBef>
                <a:spcPts val="0"/>
              </a:spcBef>
              <a:spcAft>
                <a:spcPts val="0"/>
              </a:spcAft>
              <a:buNone/>
            </a:pPr>
            <a:r>
              <a:rPr lang="en-GB" sz="1200">
                <a:solidFill>
                  <a:schemeClr val="lt1"/>
                </a:solidFill>
                <a:latin typeface="Century Gothic"/>
                <a:ea typeface="Century Gothic"/>
                <a:cs typeface="Century Gothic"/>
                <a:sym typeface="Century Gothic"/>
              </a:rPr>
              <a:t>Users emphasized the importance of efficient and knowledgeable customer service agents accessible through the app. They desired quick assistance in resolving queries, especially during complex processes like cancellation.</a:t>
            </a:r>
            <a:endParaRPr sz="1200">
              <a:solidFill>
                <a:schemeClr val="lt1"/>
              </a:solidFill>
              <a:latin typeface="Century Gothic"/>
              <a:ea typeface="Century Gothic"/>
              <a:cs typeface="Century Gothic"/>
              <a:sym typeface="Century Gothic"/>
            </a:endParaRPr>
          </a:p>
        </p:txBody>
      </p:sp>
      <p:sp>
        <p:nvSpPr>
          <p:cNvPr id="379" name="Google Shape;379;p9"/>
          <p:cNvSpPr txBox="1"/>
          <p:nvPr/>
        </p:nvSpPr>
        <p:spPr>
          <a:xfrm>
            <a:off x="750150" y="4001950"/>
            <a:ext cx="10691700" cy="1939500"/>
          </a:xfrm>
          <a:prstGeom prst="rect">
            <a:avLst/>
          </a:prstGeom>
          <a:noFill/>
          <a:ln cap="flat" cmpd="sng" w="9525">
            <a:solidFill>
              <a:schemeClr val="l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spcBef>
                <a:spcPts val="0"/>
              </a:spcBef>
              <a:spcAft>
                <a:spcPts val="0"/>
              </a:spcAft>
              <a:buNone/>
            </a:pPr>
            <a:r>
              <a:rPr lang="en-GB" sz="1200">
                <a:solidFill>
                  <a:schemeClr val="lt1"/>
                </a:solidFill>
                <a:latin typeface="Century Gothic"/>
                <a:ea typeface="Century Gothic"/>
                <a:cs typeface="Century Gothic"/>
                <a:sym typeface="Century Gothic"/>
              </a:rPr>
              <a:t>User Pain Points:</a:t>
            </a:r>
            <a:endParaRPr/>
          </a:p>
          <a:p>
            <a:pPr indent="0" lvl="0" marL="0" marR="0" rtl="0" algn="just">
              <a:spcBef>
                <a:spcPts val="0"/>
              </a:spcBef>
              <a:spcAft>
                <a:spcPts val="0"/>
              </a:spcAft>
              <a:buNone/>
            </a:pPr>
            <a:r>
              <a:t/>
            </a:r>
            <a:endParaRPr sz="1200">
              <a:solidFill>
                <a:schemeClr val="lt1"/>
              </a:solidFill>
              <a:latin typeface="Century Gothic"/>
              <a:ea typeface="Century Gothic"/>
              <a:cs typeface="Century Gothic"/>
              <a:sym typeface="Century Gothic"/>
            </a:endParaRPr>
          </a:p>
          <a:p>
            <a:pPr indent="0" lvl="0" marL="0" marR="0" rtl="0" algn="just">
              <a:spcBef>
                <a:spcPts val="0"/>
              </a:spcBef>
              <a:spcAft>
                <a:spcPts val="0"/>
              </a:spcAft>
              <a:buNone/>
            </a:pPr>
            <a:r>
              <a:rPr b="1" lang="en-GB" sz="1200">
                <a:solidFill>
                  <a:schemeClr val="lt1"/>
                </a:solidFill>
                <a:latin typeface="Century Gothic"/>
                <a:ea typeface="Century Gothic"/>
                <a:cs typeface="Century Gothic"/>
                <a:sym typeface="Century Gothic"/>
              </a:rPr>
              <a:t>Navigational Challenges</a:t>
            </a:r>
            <a:r>
              <a:rPr lang="en-GB" sz="1200">
                <a:solidFill>
                  <a:schemeClr val="lt1"/>
                </a:solidFill>
                <a:latin typeface="Century Gothic"/>
                <a:ea typeface="Century Gothic"/>
                <a:cs typeface="Century Gothic"/>
                <a:sym typeface="Century Gothic"/>
              </a:rPr>
              <a:t>:</a:t>
            </a:r>
            <a:endParaRPr/>
          </a:p>
          <a:p>
            <a:pPr indent="0" lvl="0" marL="0" marR="0" rtl="0" algn="just">
              <a:spcBef>
                <a:spcPts val="0"/>
              </a:spcBef>
              <a:spcAft>
                <a:spcPts val="0"/>
              </a:spcAft>
              <a:buNone/>
            </a:pPr>
            <a:r>
              <a:rPr lang="en-GB" sz="1200">
                <a:solidFill>
                  <a:schemeClr val="lt1"/>
                </a:solidFill>
                <a:latin typeface="Century Gothic"/>
                <a:ea typeface="Century Gothic"/>
                <a:cs typeface="Century Gothic"/>
                <a:sym typeface="Century Gothic"/>
              </a:rPr>
              <a:t>Some users encountered difficulties in navigating certain sections of the app. This resulted in frustration, highlighting the importance of a seamless user interface.</a:t>
            </a:r>
            <a:endParaRPr/>
          </a:p>
          <a:p>
            <a:pPr indent="0" lvl="0" marL="0" marR="0" rtl="0" algn="just">
              <a:spcBef>
                <a:spcPts val="0"/>
              </a:spcBef>
              <a:spcAft>
                <a:spcPts val="0"/>
              </a:spcAft>
              <a:buNone/>
            </a:pPr>
            <a:r>
              <a:t/>
            </a:r>
            <a:endParaRPr sz="1200">
              <a:solidFill>
                <a:schemeClr val="lt1"/>
              </a:solidFill>
              <a:latin typeface="Century Gothic"/>
              <a:ea typeface="Century Gothic"/>
              <a:cs typeface="Century Gothic"/>
              <a:sym typeface="Century Gothic"/>
            </a:endParaRPr>
          </a:p>
          <a:p>
            <a:pPr indent="0" lvl="0" marL="0" marR="0" rtl="0" algn="just">
              <a:spcBef>
                <a:spcPts val="0"/>
              </a:spcBef>
              <a:spcAft>
                <a:spcPts val="0"/>
              </a:spcAft>
              <a:buNone/>
            </a:pPr>
            <a:r>
              <a:rPr b="1" lang="en-GB" sz="1200">
                <a:solidFill>
                  <a:schemeClr val="lt1"/>
                </a:solidFill>
                <a:latin typeface="Century Gothic"/>
                <a:ea typeface="Century Gothic"/>
                <a:cs typeface="Century Gothic"/>
                <a:sym typeface="Century Gothic"/>
              </a:rPr>
              <a:t>Cancellation Process Ambiguity</a:t>
            </a:r>
            <a:r>
              <a:rPr lang="en-GB" sz="1200">
                <a:solidFill>
                  <a:schemeClr val="lt1"/>
                </a:solidFill>
                <a:latin typeface="Century Gothic"/>
                <a:ea typeface="Century Gothic"/>
                <a:cs typeface="Century Gothic"/>
                <a:sym typeface="Century Gothic"/>
              </a:rPr>
              <a:t>:</a:t>
            </a:r>
            <a:endParaRPr/>
          </a:p>
          <a:p>
            <a:pPr indent="0" lvl="0" marL="0" marR="0" rtl="0" algn="just">
              <a:spcBef>
                <a:spcPts val="0"/>
              </a:spcBef>
              <a:spcAft>
                <a:spcPts val="0"/>
              </a:spcAft>
              <a:buNone/>
            </a:pPr>
            <a:r>
              <a:rPr lang="en-GB" sz="1200">
                <a:solidFill>
                  <a:schemeClr val="lt1"/>
                </a:solidFill>
                <a:latin typeface="Century Gothic"/>
                <a:ea typeface="Century Gothic"/>
                <a:cs typeface="Century Gothic"/>
                <a:sym typeface="Century Gothic"/>
              </a:rPr>
              <a:t>Users reported confusion during the cancellation process, indicating a need for clearer steps and real-time updates to ensure transparency and avoid miscommunication.</a:t>
            </a:r>
            <a:endParaRPr/>
          </a:p>
          <a:p>
            <a:pPr indent="0" lvl="0" marL="0" marR="0" rtl="0" algn="just">
              <a:spcBef>
                <a:spcPts val="0"/>
              </a:spcBef>
              <a:spcAft>
                <a:spcPts val="0"/>
              </a:spcAft>
              <a:buNone/>
            </a:pPr>
            <a:r>
              <a:t/>
            </a:r>
            <a:endParaRPr sz="1200">
              <a:solidFill>
                <a:schemeClr val="lt1"/>
              </a:solidFill>
              <a:latin typeface="Century Gothic"/>
              <a:ea typeface="Century Gothic"/>
              <a:cs typeface="Century Gothic"/>
              <a:sym typeface="Century Gothic"/>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83" name="Shape 383"/>
        <p:cNvGrpSpPr/>
        <p:nvPr/>
      </p:nvGrpSpPr>
      <p:grpSpPr>
        <a:xfrm>
          <a:off x="0" y="0"/>
          <a:ext cx="0" cy="0"/>
          <a:chOff x="0" y="0"/>
          <a:chExt cx="0" cy="0"/>
        </a:xfrm>
      </p:grpSpPr>
      <p:sp>
        <p:nvSpPr>
          <p:cNvPr id="384" name="Google Shape;384;p10"/>
          <p:cNvSpPr txBox="1"/>
          <p:nvPr/>
        </p:nvSpPr>
        <p:spPr>
          <a:xfrm>
            <a:off x="5162564" y="740851"/>
            <a:ext cx="28536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chemeClr val="lt1"/>
                </a:solidFill>
                <a:latin typeface="Century Gothic"/>
                <a:ea typeface="Century Gothic"/>
                <a:cs typeface="Century Gothic"/>
                <a:sym typeface="Century Gothic"/>
              </a:rPr>
              <a:t> Enhancing Our Solution</a:t>
            </a:r>
            <a:endParaRPr b="1" sz="1800">
              <a:solidFill>
                <a:schemeClr val="lt1"/>
              </a:solidFill>
              <a:latin typeface="Century Gothic"/>
              <a:ea typeface="Century Gothic"/>
              <a:cs typeface="Century Gothic"/>
              <a:sym typeface="Century Gothic"/>
            </a:endParaRPr>
          </a:p>
        </p:txBody>
      </p:sp>
      <p:sp>
        <p:nvSpPr>
          <p:cNvPr id="385" name="Google Shape;385;p10"/>
          <p:cNvSpPr txBox="1"/>
          <p:nvPr/>
        </p:nvSpPr>
        <p:spPr>
          <a:xfrm>
            <a:off x="767600" y="1611925"/>
            <a:ext cx="10695900" cy="3417000"/>
          </a:xfrm>
          <a:prstGeom prst="rect">
            <a:avLst/>
          </a:prstGeom>
          <a:noFill/>
          <a:ln cap="flat" cmpd="sng" w="9525">
            <a:solidFill>
              <a:schemeClr val="l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spcBef>
                <a:spcPts val="0"/>
              </a:spcBef>
              <a:spcAft>
                <a:spcPts val="0"/>
              </a:spcAft>
              <a:buNone/>
            </a:pPr>
            <a:r>
              <a:rPr lang="en-GB" sz="1200">
                <a:solidFill>
                  <a:schemeClr val="lt1"/>
                </a:solidFill>
                <a:latin typeface="Century Gothic"/>
                <a:ea typeface="Century Gothic"/>
                <a:cs typeface="Century Gothic"/>
                <a:sym typeface="Century Gothic"/>
              </a:rPr>
              <a:t>Recommendations/Changes:</a:t>
            </a:r>
            <a:endParaRPr/>
          </a:p>
          <a:p>
            <a:pPr indent="0" lvl="0" marL="0" marR="0" rtl="0" algn="just">
              <a:spcBef>
                <a:spcPts val="0"/>
              </a:spcBef>
              <a:spcAft>
                <a:spcPts val="0"/>
              </a:spcAft>
              <a:buNone/>
            </a:pPr>
            <a:r>
              <a:t/>
            </a:r>
            <a:endParaRPr sz="1200">
              <a:solidFill>
                <a:schemeClr val="lt1"/>
              </a:solidFill>
              <a:latin typeface="Century Gothic"/>
              <a:ea typeface="Century Gothic"/>
              <a:cs typeface="Century Gothic"/>
              <a:sym typeface="Century Gothic"/>
            </a:endParaRPr>
          </a:p>
          <a:p>
            <a:pPr indent="0" lvl="0" marL="0" marR="0" rtl="0" algn="l">
              <a:spcBef>
                <a:spcPts val="0"/>
              </a:spcBef>
              <a:spcAft>
                <a:spcPts val="0"/>
              </a:spcAft>
              <a:buNone/>
            </a:pPr>
            <a:r>
              <a:rPr b="1" lang="en-GB" sz="1200">
                <a:solidFill>
                  <a:schemeClr val="lt1"/>
                </a:solidFill>
                <a:latin typeface="Century Gothic"/>
                <a:ea typeface="Century Gothic"/>
                <a:cs typeface="Century Gothic"/>
                <a:sym typeface="Century Gothic"/>
              </a:rPr>
              <a:t>Improved Navigation</a:t>
            </a:r>
            <a:r>
              <a:rPr lang="en-GB" sz="1200">
                <a:solidFill>
                  <a:schemeClr val="lt1"/>
                </a:solidFill>
                <a:latin typeface="Century Gothic"/>
                <a:ea typeface="Century Gothic"/>
                <a:cs typeface="Century Gothic"/>
                <a:sym typeface="Century Gothic"/>
              </a:rPr>
              <a:t>:</a:t>
            </a:r>
            <a:endParaRPr/>
          </a:p>
          <a:p>
            <a:pPr indent="0" lvl="0" marL="0" marR="0" rtl="0" algn="l">
              <a:spcBef>
                <a:spcPts val="0"/>
              </a:spcBef>
              <a:spcAft>
                <a:spcPts val="0"/>
              </a:spcAft>
              <a:buNone/>
            </a:pPr>
            <a:r>
              <a:rPr lang="en-GB" sz="1200">
                <a:solidFill>
                  <a:schemeClr val="lt1"/>
                </a:solidFill>
                <a:latin typeface="Century Gothic"/>
                <a:ea typeface="Century Gothic"/>
                <a:cs typeface="Century Gothic"/>
                <a:sym typeface="Century Gothic"/>
              </a:rPr>
              <a:t>Based on user feedback highlighting navigational challenges, our team recommends revisiting the app's navigation structure. Implementing clearer pathways and intuitive user flows will enhance overall usability.</a:t>
            </a:r>
            <a:endParaRPr/>
          </a:p>
          <a:p>
            <a:pPr indent="0" lvl="0" marL="0" marR="0" rtl="0" algn="l">
              <a:spcBef>
                <a:spcPts val="0"/>
              </a:spcBef>
              <a:spcAft>
                <a:spcPts val="0"/>
              </a:spcAft>
              <a:buNone/>
            </a:pPr>
            <a:r>
              <a:t/>
            </a:r>
            <a:endParaRPr sz="1200">
              <a:solidFill>
                <a:schemeClr val="lt1"/>
              </a:solidFill>
              <a:latin typeface="Century Gothic"/>
              <a:ea typeface="Century Gothic"/>
              <a:cs typeface="Century Gothic"/>
              <a:sym typeface="Century Gothic"/>
            </a:endParaRPr>
          </a:p>
          <a:p>
            <a:pPr indent="0" lvl="0" marL="0" marR="0" rtl="0" algn="l">
              <a:spcBef>
                <a:spcPts val="0"/>
              </a:spcBef>
              <a:spcAft>
                <a:spcPts val="0"/>
              </a:spcAft>
              <a:buNone/>
            </a:pPr>
            <a:r>
              <a:rPr b="1" lang="en-GB" sz="1200">
                <a:solidFill>
                  <a:schemeClr val="lt1"/>
                </a:solidFill>
                <a:latin typeface="Century Gothic"/>
                <a:ea typeface="Century Gothic"/>
                <a:cs typeface="Century Gothic"/>
                <a:sym typeface="Century Gothic"/>
              </a:rPr>
              <a:t>Enhanced Customer Support Features</a:t>
            </a:r>
            <a:r>
              <a:rPr lang="en-GB" sz="1200">
                <a:solidFill>
                  <a:schemeClr val="lt1"/>
                </a:solidFill>
                <a:latin typeface="Century Gothic"/>
                <a:ea typeface="Century Gothic"/>
                <a:cs typeface="Century Gothic"/>
                <a:sym typeface="Century Gothic"/>
              </a:rPr>
              <a:t>:</a:t>
            </a:r>
            <a:endParaRPr/>
          </a:p>
          <a:p>
            <a:pPr indent="0" lvl="0" marL="0" marR="0" rtl="0" algn="l">
              <a:spcBef>
                <a:spcPts val="0"/>
              </a:spcBef>
              <a:spcAft>
                <a:spcPts val="0"/>
              </a:spcAft>
              <a:buNone/>
            </a:pPr>
            <a:r>
              <a:rPr lang="en-GB" sz="1200">
                <a:solidFill>
                  <a:schemeClr val="lt1"/>
                </a:solidFill>
                <a:latin typeface="Century Gothic"/>
                <a:ea typeface="Century Gothic"/>
                <a:cs typeface="Century Gothic"/>
                <a:sym typeface="Century Gothic"/>
              </a:rPr>
              <a:t>In response to the need for efficient assistance, we propose integrating advanced customer support features within the app. This includes in-app chat support, instant query resolution, and clear guidance during complex processes like cancellation.</a:t>
            </a:r>
            <a:endParaRPr/>
          </a:p>
          <a:p>
            <a:pPr indent="0" lvl="0" marL="0" marR="0" rtl="0" algn="l">
              <a:spcBef>
                <a:spcPts val="0"/>
              </a:spcBef>
              <a:spcAft>
                <a:spcPts val="0"/>
              </a:spcAft>
              <a:buNone/>
            </a:pPr>
            <a:r>
              <a:t/>
            </a:r>
            <a:endParaRPr sz="1200">
              <a:solidFill>
                <a:schemeClr val="lt1"/>
              </a:solidFill>
              <a:latin typeface="Century Gothic"/>
              <a:ea typeface="Century Gothic"/>
              <a:cs typeface="Century Gothic"/>
              <a:sym typeface="Century Gothic"/>
            </a:endParaRPr>
          </a:p>
          <a:p>
            <a:pPr indent="0" lvl="0" marL="0" marR="0" rtl="0" algn="l">
              <a:spcBef>
                <a:spcPts val="0"/>
              </a:spcBef>
              <a:spcAft>
                <a:spcPts val="0"/>
              </a:spcAft>
              <a:buNone/>
            </a:pPr>
            <a:r>
              <a:rPr b="1" lang="en-GB" sz="1200">
                <a:solidFill>
                  <a:schemeClr val="lt1"/>
                </a:solidFill>
                <a:latin typeface="Century Gothic"/>
                <a:ea typeface="Century Gothic"/>
                <a:cs typeface="Century Gothic"/>
                <a:sym typeface="Century Gothic"/>
              </a:rPr>
              <a:t>Real-time Updates in Cancellation Process</a:t>
            </a:r>
            <a:r>
              <a:rPr lang="en-GB" sz="1200">
                <a:solidFill>
                  <a:schemeClr val="lt1"/>
                </a:solidFill>
                <a:latin typeface="Century Gothic"/>
                <a:ea typeface="Century Gothic"/>
                <a:cs typeface="Century Gothic"/>
                <a:sym typeface="Century Gothic"/>
              </a:rPr>
              <a:t>:</a:t>
            </a:r>
            <a:endParaRPr/>
          </a:p>
          <a:p>
            <a:pPr indent="0" lvl="0" marL="0" marR="0" rtl="0" algn="l">
              <a:spcBef>
                <a:spcPts val="0"/>
              </a:spcBef>
              <a:spcAft>
                <a:spcPts val="0"/>
              </a:spcAft>
              <a:buNone/>
            </a:pPr>
            <a:r>
              <a:rPr lang="en-GB" sz="1200">
                <a:solidFill>
                  <a:schemeClr val="lt1"/>
                </a:solidFill>
                <a:latin typeface="Century Gothic"/>
                <a:ea typeface="Century Gothic"/>
                <a:cs typeface="Century Gothic"/>
                <a:sym typeface="Century Gothic"/>
              </a:rPr>
              <a:t>Users expressed a desire for real-time updates during the cancellation process. To address this, our solution will incorporate a feature providing users with step-by-step progress updates, ensuring transparency and eliminating ambiguity.</a:t>
            </a:r>
            <a:endParaRPr/>
          </a:p>
          <a:p>
            <a:pPr indent="0" lvl="0" marL="0" marR="0" rtl="0" algn="l">
              <a:spcBef>
                <a:spcPts val="0"/>
              </a:spcBef>
              <a:spcAft>
                <a:spcPts val="0"/>
              </a:spcAft>
              <a:buNone/>
            </a:pPr>
            <a:r>
              <a:t/>
            </a:r>
            <a:endParaRPr sz="1200">
              <a:solidFill>
                <a:schemeClr val="lt1"/>
              </a:solidFill>
              <a:latin typeface="Century Gothic"/>
              <a:ea typeface="Century Gothic"/>
              <a:cs typeface="Century Gothic"/>
              <a:sym typeface="Century Gothic"/>
            </a:endParaRPr>
          </a:p>
          <a:p>
            <a:pPr indent="0" lvl="0" marL="0" marR="0" rtl="0" algn="l">
              <a:spcBef>
                <a:spcPts val="0"/>
              </a:spcBef>
              <a:spcAft>
                <a:spcPts val="0"/>
              </a:spcAft>
              <a:buNone/>
            </a:pPr>
            <a:r>
              <a:rPr b="1" lang="en-GB" sz="1200">
                <a:solidFill>
                  <a:schemeClr val="lt1"/>
                </a:solidFill>
                <a:latin typeface="Century Gothic"/>
                <a:ea typeface="Century Gothic"/>
                <a:cs typeface="Century Gothic"/>
                <a:sym typeface="Century Gothic"/>
              </a:rPr>
              <a:t>Interactive Policy Explanation</a:t>
            </a:r>
            <a:r>
              <a:rPr lang="en-GB" sz="1200">
                <a:solidFill>
                  <a:schemeClr val="lt1"/>
                </a:solidFill>
                <a:latin typeface="Century Gothic"/>
                <a:ea typeface="Century Gothic"/>
                <a:cs typeface="Century Gothic"/>
                <a:sym typeface="Century Gothic"/>
              </a:rPr>
              <a:t>:</a:t>
            </a:r>
            <a:endParaRPr/>
          </a:p>
          <a:p>
            <a:pPr indent="0" lvl="0" marL="0" marR="0" rtl="0" algn="l">
              <a:spcBef>
                <a:spcPts val="0"/>
              </a:spcBef>
              <a:spcAft>
                <a:spcPts val="0"/>
              </a:spcAft>
              <a:buNone/>
            </a:pPr>
            <a:r>
              <a:rPr lang="en-GB" sz="1200">
                <a:solidFill>
                  <a:schemeClr val="lt1"/>
                </a:solidFill>
                <a:latin typeface="Century Gothic"/>
                <a:ea typeface="Century Gothic"/>
                <a:cs typeface="Century Gothic"/>
                <a:sym typeface="Century Gothic"/>
              </a:rPr>
              <a:t>To address the need for clearer policy understanding, our team suggests incorporating interactive elements within the app that explain complex policies in a user-friendly manner. This could include pop-up tooltips or interactive tutorials for users to grasp details more comprehensively.</a:t>
            </a:r>
            <a:endParaRPr/>
          </a:p>
        </p:txBody>
      </p:sp>
      <p:sp>
        <p:nvSpPr>
          <p:cNvPr id="386" name="Google Shape;386;p10"/>
          <p:cNvSpPr txBox="1"/>
          <p:nvPr/>
        </p:nvSpPr>
        <p:spPr>
          <a:xfrm>
            <a:off x="748048" y="5208475"/>
            <a:ext cx="10695900" cy="1015800"/>
          </a:xfrm>
          <a:prstGeom prst="rect">
            <a:avLst/>
          </a:prstGeom>
          <a:noFill/>
          <a:ln cap="flat" cmpd="sng" w="9525">
            <a:solidFill>
              <a:schemeClr val="l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spcBef>
                <a:spcPts val="0"/>
              </a:spcBef>
              <a:spcAft>
                <a:spcPts val="0"/>
              </a:spcAft>
              <a:buNone/>
            </a:pPr>
            <a:r>
              <a:rPr b="1" lang="en-GB" sz="1200">
                <a:solidFill>
                  <a:schemeClr val="lt1"/>
                </a:solidFill>
                <a:latin typeface="Century Gothic"/>
                <a:ea typeface="Century Gothic"/>
                <a:cs typeface="Century Gothic"/>
                <a:sym typeface="Century Gothic"/>
              </a:rPr>
              <a:t>Next Steps</a:t>
            </a:r>
            <a:r>
              <a:rPr lang="en-GB" sz="1200">
                <a:solidFill>
                  <a:schemeClr val="lt1"/>
                </a:solidFill>
                <a:latin typeface="Century Gothic"/>
                <a:ea typeface="Century Gothic"/>
                <a:cs typeface="Century Gothic"/>
                <a:sym typeface="Century Gothic"/>
              </a:rPr>
              <a:t>:</a:t>
            </a:r>
            <a:endParaRPr/>
          </a:p>
          <a:p>
            <a:pPr indent="0" lvl="0" marL="0" marR="0" rtl="0" algn="just">
              <a:spcBef>
                <a:spcPts val="0"/>
              </a:spcBef>
              <a:spcAft>
                <a:spcPts val="0"/>
              </a:spcAft>
              <a:buNone/>
            </a:pPr>
            <a:r>
              <a:rPr lang="en-GB" sz="1200">
                <a:solidFill>
                  <a:schemeClr val="lt1"/>
                </a:solidFill>
                <a:latin typeface="Century Gothic"/>
                <a:ea typeface="Century Gothic"/>
                <a:cs typeface="Century Gothic"/>
                <a:sym typeface="Century Gothic"/>
              </a:rPr>
              <a:t>Collaboratively refine wireframes to incorporate changes based on user feedback.</a:t>
            </a:r>
            <a:endParaRPr/>
          </a:p>
          <a:p>
            <a:pPr indent="0" lvl="0" marL="0" marR="0" rtl="0" algn="just">
              <a:spcBef>
                <a:spcPts val="0"/>
              </a:spcBef>
              <a:spcAft>
                <a:spcPts val="0"/>
              </a:spcAft>
              <a:buNone/>
            </a:pPr>
            <a:r>
              <a:rPr lang="en-GB" sz="1200">
                <a:solidFill>
                  <a:schemeClr val="lt1"/>
                </a:solidFill>
                <a:latin typeface="Century Gothic"/>
                <a:ea typeface="Century Gothic"/>
                <a:cs typeface="Century Gothic"/>
                <a:sym typeface="Century Gothic"/>
              </a:rPr>
              <a:t>Prioritize the development of customer support features, navigational improvements, and real-time updates during the cancellation process.</a:t>
            </a:r>
            <a:endParaRPr/>
          </a:p>
          <a:p>
            <a:pPr indent="0" lvl="0" marL="0" marR="0" rtl="0" algn="just">
              <a:spcBef>
                <a:spcPts val="0"/>
              </a:spcBef>
              <a:spcAft>
                <a:spcPts val="0"/>
              </a:spcAft>
              <a:buNone/>
            </a:pPr>
            <a:r>
              <a:rPr lang="en-GB" sz="1200">
                <a:solidFill>
                  <a:schemeClr val="lt1"/>
                </a:solidFill>
                <a:latin typeface="Century Gothic"/>
                <a:ea typeface="Century Gothic"/>
                <a:cs typeface="Century Gothic"/>
                <a:sym typeface="Century Gothic"/>
              </a:rPr>
              <a:t>Conduct further usability testing to validate the effectiveness of implemented changes and gather additional insights for continuous improvement.</a:t>
            </a:r>
            <a:endParaRPr sz="1200">
              <a:solidFill>
                <a:schemeClr val="lt1"/>
              </a:solidFill>
              <a:latin typeface="Century Gothic"/>
              <a:ea typeface="Century Gothic"/>
              <a:cs typeface="Century Gothic"/>
              <a:sym typeface="Century Gothic"/>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90" name="Shape 390"/>
        <p:cNvGrpSpPr/>
        <p:nvPr/>
      </p:nvGrpSpPr>
      <p:grpSpPr>
        <a:xfrm>
          <a:off x="0" y="0"/>
          <a:ext cx="0" cy="0"/>
          <a:chOff x="0" y="0"/>
          <a:chExt cx="0" cy="0"/>
        </a:xfrm>
      </p:grpSpPr>
      <p:sp>
        <p:nvSpPr>
          <p:cNvPr id="391" name="Google Shape;391;p11"/>
          <p:cNvSpPr txBox="1"/>
          <p:nvPr/>
        </p:nvSpPr>
        <p:spPr>
          <a:xfrm>
            <a:off x="767600" y="1334850"/>
            <a:ext cx="10695900" cy="4894800"/>
          </a:xfrm>
          <a:prstGeom prst="rect">
            <a:avLst/>
          </a:prstGeom>
          <a:noFill/>
          <a:ln cap="flat" cmpd="sng" w="9525">
            <a:solidFill>
              <a:schemeClr val="l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lt1"/>
                </a:solidFill>
                <a:latin typeface="Century Gothic"/>
                <a:ea typeface="Century Gothic"/>
                <a:cs typeface="Century Gothic"/>
                <a:sym typeface="Century Gothic"/>
              </a:rPr>
              <a:t>With Funding, We Envision:</a:t>
            </a:r>
            <a:endParaRPr/>
          </a:p>
          <a:p>
            <a:pPr indent="0" lvl="0" marL="0" marR="0" rtl="0" algn="l">
              <a:spcBef>
                <a:spcPts val="0"/>
              </a:spcBef>
              <a:spcAft>
                <a:spcPts val="0"/>
              </a:spcAft>
              <a:buNone/>
            </a:pPr>
            <a:r>
              <a:t/>
            </a:r>
            <a:endParaRPr sz="1200">
              <a:solidFill>
                <a:schemeClr val="lt1"/>
              </a:solidFill>
              <a:latin typeface="Century Gothic"/>
              <a:ea typeface="Century Gothic"/>
              <a:cs typeface="Century Gothic"/>
              <a:sym typeface="Century Gothic"/>
            </a:endParaRPr>
          </a:p>
          <a:p>
            <a:pPr indent="0" lvl="0" marL="0" marR="0" rtl="0" algn="l">
              <a:spcBef>
                <a:spcPts val="0"/>
              </a:spcBef>
              <a:spcAft>
                <a:spcPts val="0"/>
              </a:spcAft>
              <a:buNone/>
            </a:pPr>
            <a:r>
              <a:rPr b="1" lang="en-GB" sz="1200">
                <a:solidFill>
                  <a:schemeClr val="lt1"/>
                </a:solidFill>
                <a:latin typeface="Century Gothic"/>
                <a:ea typeface="Century Gothic"/>
                <a:cs typeface="Century Gothic"/>
                <a:sym typeface="Century Gothic"/>
              </a:rPr>
              <a:t>Nationwide Outreach Campaign</a:t>
            </a:r>
            <a:r>
              <a:rPr lang="en-GB" sz="1200">
                <a:solidFill>
                  <a:schemeClr val="lt1"/>
                </a:solidFill>
                <a:latin typeface="Century Gothic"/>
                <a:ea typeface="Century Gothic"/>
                <a:cs typeface="Century Gothic"/>
                <a:sym typeface="Century Gothic"/>
              </a:rPr>
              <a:t>:</a:t>
            </a:r>
            <a:endParaRPr/>
          </a:p>
          <a:p>
            <a:pPr indent="0" lvl="0" marL="0" marR="0" rtl="0" algn="l">
              <a:spcBef>
                <a:spcPts val="0"/>
              </a:spcBef>
              <a:spcAft>
                <a:spcPts val="0"/>
              </a:spcAft>
              <a:buNone/>
            </a:pPr>
            <a:r>
              <a:rPr lang="en-GB" sz="1200">
                <a:solidFill>
                  <a:schemeClr val="lt1"/>
                </a:solidFill>
                <a:latin typeface="Century Gothic"/>
                <a:ea typeface="Century Gothic"/>
                <a:cs typeface="Century Gothic"/>
                <a:sym typeface="Century Gothic"/>
              </a:rPr>
              <a:t>Launch an extensive awareness campaign to reach a wider audience, ensuring that citizens across South Africa are informed about the user-friendly app. Utilize various channels, including social media, partnerships, and community engagement.</a:t>
            </a:r>
            <a:endParaRPr/>
          </a:p>
          <a:p>
            <a:pPr indent="0" lvl="0" marL="0" marR="0" rtl="0" algn="l">
              <a:spcBef>
                <a:spcPts val="0"/>
              </a:spcBef>
              <a:spcAft>
                <a:spcPts val="0"/>
              </a:spcAft>
              <a:buNone/>
            </a:pPr>
            <a:r>
              <a:t/>
            </a:r>
            <a:endParaRPr sz="1200">
              <a:solidFill>
                <a:schemeClr val="lt1"/>
              </a:solidFill>
              <a:latin typeface="Century Gothic"/>
              <a:ea typeface="Century Gothic"/>
              <a:cs typeface="Century Gothic"/>
              <a:sym typeface="Century Gothic"/>
            </a:endParaRPr>
          </a:p>
          <a:p>
            <a:pPr indent="0" lvl="0" marL="0" marR="0" rtl="0" algn="l">
              <a:spcBef>
                <a:spcPts val="0"/>
              </a:spcBef>
              <a:spcAft>
                <a:spcPts val="0"/>
              </a:spcAft>
              <a:buNone/>
            </a:pPr>
            <a:r>
              <a:rPr b="1" lang="en-GB" sz="1200">
                <a:solidFill>
                  <a:schemeClr val="lt1"/>
                </a:solidFill>
                <a:latin typeface="Century Gothic"/>
                <a:ea typeface="Century Gothic"/>
                <a:cs typeface="Century Gothic"/>
                <a:sym typeface="Century Gothic"/>
              </a:rPr>
              <a:t>Enhanced AI Capabilities</a:t>
            </a:r>
            <a:r>
              <a:rPr lang="en-GB" sz="1200">
                <a:solidFill>
                  <a:schemeClr val="lt1"/>
                </a:solidFill>
                <a:latin typeface="Century Gothic"/>
                <a:ea typeface="Century Gothic"/>
                <a:cs typeface="Century Gothic"/>
                <a:sym typeface="Century Gothic"/>
              </a:rPr>
              <a:t>:</a:t>
            </a:r>
            <a:endParaRPr/>
          </a:p>
          <a:p>
            <a:pPr indent="0" lvl="0" marL="0" marR="0" rtl="0" algn="l">
              <a:spcBef>
                <a:spcPts val="0"/>
              </a:spcBef>
              <a:spcAft>
                <a:spcPts val="0"/>
              </a:spcAft>
              <a:buNone/>
            </a:pPr>
            <a:r>
              <a:rPr lang="en-GB" sz="1200">
                <a:solidFill>
                  <a:schemeClr val="lt1"/>
                </a:solidFill>
                <a:latin typeface="Century Gothic"/>
                <a:ea typeface="Century Gothic"/>
                <a:cs typeface="Century Gothic"/>
                <a:sym typeface="Century Gothic"/>
              </a:rPr>
              <a:t>Integrate advanced artificial intelligence (AI) capabilities within the app to provide personalized assistance, predictive analytics for user needs, and continuous improvements based on user interactions.</a:t>
            </a:r>
            <a:endParaRPr/>
          </a:p>
          <a:p>
            <a:pPr indent="0" lvl="0" marL="0" marR="0" rtl="0" algn="l">
              <a:spcBef>
                <a:spcPts val="0"/>
              </a:spcBef>
              <a:spcAft>
                <a:spcPts val="0"/>
              </a:spcAft>
              <a:buNone/>
            </a:pPr>
            <a:r>
              <a:t/>
            </a:r>
            <a:endParaRPr sz="1200">
              <a:solidFill>
                <a:schemeClr val="lt1"/>
              </a:solidFill>
              <a:latin typeface="Century Gothic"/>
              <a:ea typeface="Century Gothic"/>
              <a:cs typeface="Century Gothic"/>
              <a:sym typeface="Century Gothic"/>
            </a:endParaRPr>
          </a:p>
          <a:p>
            <a:pPr indent="0" lvl="0" marL="0" marR="0" rtl="0" algn="l">
              <a:spcBef>
                <a:spcPts val="0"/>
              </a:spcBef>
              <a:spcAft>
                <a:spcPts val="0"/>
              </a:spcAft>
              <a:buNone/>
            </a:pPr>
            <a:r>
              <a:rPr b="1" lang="en-GB" sz="1200">
                <a:solidFill>
                  <a:schemeClr val="lt1"/>
                </a:solidFill>
                <a:latin typeface="Century Gothic"/>
                <a:ea typeface="Century Gothic"/>
                <a:cs typeface="Century Gothic"/>
                <a:sym typeface="Century Gothic"/>
              </a:rPr>
              <a:t>Expansion to Additional Telecom Providers</a:t>
            </a:r>
            <a:r>
              <a:rPr lang="en-GB" sz="1200">
                <a:solidFill>
                  <a:schemeClr val="lt1"/>
                </a:solidFill>
                <a:latin typeface="Century Gothic"/>
                <a:ea typeface="Century Gothic"/>
                <a:cs typeface="Century Gothic"/>
                <a:sym typeface="Century Gothic"/>
              </a:rPr>
              <a:t>:</a:t>
            </a:r>
            <a:endParaRPr/>
          </a:p>
          <a:p>
            <a:pPr indent="0" lvl="0" marL="0" marR="0" rtl="0" algn="l">
              <a:spcBef>
                <a:spcPts val="0"/>
              </a:spcBef>
              <a:spcAft>
                <a:spcPts val="0"/>
              </a:spcAft>
              <a:buNone/>
            </a:pPr>
            <a:r>
              <a:rPr lang="en-GB" sz="1200">
                <a:solidFill>
                  <a:schemeClr val="lt1"/>
                </a:solidFill>
                <a:latin typeface="Century Gothic"/>
                <a:ea typeface="Century Gothic"/>
                <a:cs typeface="Century Gothic"/>
                <a:sym typeface="Century Gothic"/>
              </a:rPr>
              <a:t>Collaborate with other major telecom providers to expand the app's coverage, ensuring that a larger portion of the population can benefit from transparent and customer-centric contractual processes.</a:t>
            </a:r>
            <a:endParaRPr/>
          </a:p>
          <a:p>
            <a:pPr indent="0" lvl="0" marL="0" marR="0" rtl="0" algn="l">
              <a:spcBef>
                <a:spcPts val="0"/>
              </a:spcBef>
              <a:spcAft>
                <a:spcPts val="0"/>
              </a:spcAft>
              <a:buNone/>
            </a:pPr>
            <a:r>
              <a:t/>
            </a:r>
            <a:endParaRPr sz="1200">
              <a:solidFill>
                <a:schemeClr val="lt1"/>
              </a:solidFill>
              <a:latin typeface="Century Gothic"/>
              <a:ea typeface="Century Gothic"/>
              <a:cs typeface="Century Gothic"/>
              <a:sym typeface="Century Gothic"/>
            </a:endParaRPr>
          </a:p>
          <a:p>
            <a:pPr indent="0" lvl="0" marL="0" marR="0" rtl="0" algn="l">
              <a:spcBef>
                <a:spcPts val="0"/>
              </a:spcBef>
              <a:spcAft>
                <a:spcPts val="0"/>
              </a:spcAft>
              <a:buNone/>
            </a:pPr>
            <a:r>
              <a:rPr b="1" lang="en-GB" sz="1200">
                <a:solidFill>
                  <a:schemeClr val="lt1"/>
                </a:solidFill>
                <a:latin typeface="Century Gothic"/>
                <a:ea typeface="Century Gothic"/>
                <a:cs typeface="Century Gothic"/>
                <a:sym typeface="Century Gothic"/>
              </a:rPr>
              <a:t>Multilingual Support:</a:t>
            </a:r>
            <a:endParaRPr/>
          </a:p>
          <a:p>
            <a:pPr indent="0" lvl="0" marL="0" marR="0" rtl="0" algn="l">
              <a:spcBef>
                <a:spcPts val="0"/>
              </a:spcBef>
              <a:spcAft>
                <a:spcPts val="0"/>
              </a:spcAft>
              <a:buNone/>
            </a:pPr>
            <a:r>
              <a:rPr lang="en-GB" sz="1200">
                <a:solidFill>
                  <a:schemeClr val="lt1"/>
                </a:solidFill>
                <a:latin typeface="Century Gothic"/>
                <a:ea typeface="Century Gothic"/>
                <a:cs typeface="Century Gothic"/>
                <a:sym typeface="Century Gothic"/>
              </a:rPr>
              <a:t>Implement multilingual support within the app to cater to the diverse linguistic landscape of South Africa. This ensures that all users, regardless of language preferences, can access and understand their contracts seamlessly. This includes integrating a voice function into the app for technologically illiterate and disabled users.</a:t>
            </a:r>
            <a:endParaRPr/>
          </a:p>
          <a:p>
            <a:pPr indent="0" lvl="0" marL="0" marR="0" rtl="0" algn="l">
              <a:spcBef>
                <a:spcPts val="0"/>
              </a:spcBef>
              <a:spcAft>
                <a:spcPts val="0"/>
              </a:spcAft>
              <a:buNone/>
            </a:pPr>
            <a:r>
              <a:t/>
            </a:r>
            <a:endParaRPr sz="1200">
              <a:solidFill>
                <a:schemeClr val="lt1"/>
              </a:solidFill>
              <a:latin typeface="Century Gothic"/>
              <a:ea typeface="Century Gothic"/>
              <a:cs typeface="Century Gothic"/>
              <a:sym typeface="Century Gothic"/>
            </a:endParaRPr>
          </a:p>
          <a:p>
            <a:pPr indent="0" lvl="0" marL="0" marR="0" rtl="0" algn="l">
              <a:spcBef>
                <a:spcPts val="0"/>
              </a:spcBef>
              <a:spcAft>
                <a:spcPts val="0"/>
              </a:spcAft>
              <a:buNone/>
            </a:pPr>
            <a:r>
              <a:rPr b="1" lang="en-GB" sz="1200">
                <a:solidFill>
                  <a:schemeClr val="lt1"/>
                </a:solidFill>
                <a:latin typeface="Century Gothic"/>
                <a:ea typeface="Century Gothic"/>
                <a:cs typeface="Century Gothic"/>
                <a:sym typeface="Century Gothic"/>
              </a:rPr>
              <a:t>Incorporate Blockchain Technology:</a:t>
            </a:r>
            <a:endParaRPr/>
          </a:p>
          <a:p>
            <a:pPr indent="0" lvl="0" marL="0" marR="0" rtl="0" algn="l">
              <a:spcBef>
                <a:spcPts val="0"/>
              </a:spcBef>
              <a:spcAft>
                <a:spcPts val="0"/>
              </a:spcAft>
              <a:buNone/>
            </a:pPr>
            <a:r>
              <a:rPr lang="en-GB" sz="1200">
                <a:solidFill>
                  <a:schemeClr val="lt1"/>
                </a:solidFill>
                <a:latin typeface="Century Gothic"/>
                <a:ea typeface="Century Gothic"/>
                <a:cs typeface="Century Gothic"/>
                <a:sym typeface="Century Gothic"/>
              </a:rPr>
              <a:t>Explore the integration of technology to enhance the security and transparency of contractual processes. This innovation can provide a record of transactions, further building trust between users and telecom providers.</a:t>
            </a:r>
            <a:endParaRPr/>
          </a:p>
          <a:p>
            <a:pPr indent="0" lvl="0" marL="0" marR="0" rtl="0" algn="l">
              <a:spcBef>
                <a:spcPts val="0"/>
              </a:spcBef>
              <a:spcAft>
                <a:spcPts val="0"/>
              </a:spcAft>
              <a:buNone/>
            </a:pPr>
            <a:r>
              <a:t/>
            </a:r>
            <a:endParaRPr sz="1200">
              <a:solidFill>
                <a:schemeClr val="lt1"/>
              </a:solidFill>
              <a:latin typeface="Century Gothic"/>
              <a:ea typeface="Century Gothic"/>
              <a:cs typeface="Century Gothic"/>
              <a:sym typeface="Century Gothic"/>
            </a:endParaRPr>
          </a:p>
          <a:p>
            <a:pPr indent="0" lvl="0" marL="0" marR="0" rtl="0" algn="l">
              <a:spcBef>
                <a:spcPts val="0"/>
              </a:spcBef>
              <a:spcAft>
                <a:spcPts val="0"/>
              </a:spcAft>
              <a:buNone/>
            </a:pPr>
            <a:r>
              <a:rPr b="1" lang="en-GB" sz="1200">
                <a:solidFill>
                  <a:schemeClr val="lt1"/>
                </a:solidFill>
                <a:latin typeface="Century Gothic"/>
                <a:ea typeface="Century Gothic"/>
                <a:cs typeface="Century Gothic"/>
                <a:sym typeface="Century Gothic"/>
              </a:rPr>
              <a:t>Continuous User Education</a:t>
            </a:r>
            <a:r>
              <a:rPr lang="en-GB" sz="1200">
                <a:solidFill>
                  <a:schemeClr val="lt1"/>
                </a:solidFill>
                <a:latin typeface="Century Gothic"/>
                <a:ea typeface="Century Gothic"/>
                <a:cs typeface="Century Gothic"/>
                <a:sym typeface="Century Gothic"/>
              </a:rPr>
              <a:t>:</a:t>
            </a:r>
            <a:endParaRPr/>
          </a:p>
          <a:p>
            <a:pPr indent="0" lvl="0" marL="0" marR="0" rtl="0" algn="l">
              <a:spcBef>
                <a:spcPts val="0"/>
              </a:spcBef>
              <a:spcAft>
                <a:spcPts val="0"/>
              </a:spcAft>
              <a:buNone/>
            </a:pPr>
            <a:r>
              <a:rPr lang="en-GB" sz="1200">
                <a:solidFill>
                  <a:schemeClr val="lt1"/>
                </a:solidFill>
                <a:latin typeface="Century Gothic"/>
                <a:ea typeface="Century Gothic"/>
                <a:cs typeface="Century Gothic"/>
                <a:sym typeface="Century Gothic"/>
              </a:rPr>
              <a:t>Establish an ongoing user education program, offering tutorials, webinars, and informative content to empower users with a deeper understanding of telecom contracts, ensuring informed decision-making.</a:t>
            </a:r>
            <a:endParaRPr/>
          </a:p>
        </p:txBody>
      </p:sp>
      <p:sp>
        <p:nvSpPr>
          <p:cNvPr id="392" name="Google Shape;392;p11"/>
          <p:cNvSpPr txBox="1"/>
          <p:nvPr/>
        </p:nvSpPr>
        <p:spPr>
          <a:xfrm>
            <a:off x="4585489" y="801451"/>
            <a:ext cx="40077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chemeClr val="lt1"/>
                </a:solidFill>
                <a:latin typeface="Century Gothic"/>
                <a:ea typeface="Century Gothic"/>
                <a:cs typeface="Century Gothic"/>
                <a:sym typeface="Century Gothic"/>
              </a:rPr>
              <a:t> Scaling Our Impact - Future Vision</a:t>
            </a:r>
            <a:endParaRPr b="1" sz="1800">
              <a:solidFill>
                <a:schemeClr val="lt1"/>
              </a:solidFill>
              <a:latin typeface="Century Gothic"/>
              <a:ea typeface="Century Gothic"/>
              <a:cs typeface="Century Gothic"/>
              <a:sym typeface="Century Gothic"/>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96" name="Shape 396"/>
        <p:cNvGrpSpPr/>
        <p:nvPr/>
      </p:nvGrpSpPr>
      <p:grpSpPr>
        <a:xfrm>
          <a:off x="0" y="0"/>
          <a:ext cx="0" cy="0"/>
          <a:chOff x="0" y="0"/>
          <a:chExt cx="0" cy="0"/>
        </a:xfrm>
      </p:grpSpPr>
      <p:sp>
        <p:nvSpPr>
          <p:cNvPr id="397" name="Google Shape;397;p12"/>
          <p:cNvSpPr txBox="1"/>
          <p:nvPr/>
        </p:nvSpPr>
        <p:spPr>
          <a:xfrm>
            <a:off x="767602" y="1611933"/>
            <a:ext cx="10816800" cy="2462700"/>
          </a:xfrm>
          <a:prstGeom prst="rect">
            <a:avLst/>
          </a:prstGeom>
          <a:noFill/>
          <a:ln cap="flat" cmpd="sng" w="9525">
            <a:solidFill>
              <a:schemeClr val="l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400">
                <a:solidFill>
                  <a:schemeClr val="lt1"/>
                </a:solidFill>
                <a:latin typeface="Century Gothic"/>
                <a:ea typeface="Century Gothic"/>
                <a:cs typeface="Century Gothic"/>
                <a:sym typeface="Century Gothic"/>
              </a:rPr>
              <a:t>Impact on South Africa</a:t>
            </a:r>
            <a:r>
              <a:rPr lang="en-GB" sz="1400">
                <a:solidFill>
                  <a:schemeClr val="lt1"/>
                </a:solidFill>
                <a:latin typeface="Century Gothic"/>
                <a:ea typeface="Century Gothic"/>
                <a:cs typeface="Century Gothic"/>
                <a:sym typeface="Century Gothic"/>
              </a:rPr>
              <a:t>:</a:t>
            </a:r>
            <a:endParaRPr/>
          </a:p>
          <a:p>
            <a:pPr indent="-285750" lvl="0" marL="285750" marR="0" rtl="0" algn="l">
              <a:spcBef>
                <a:spcPts val="0"/>
              </a:spcBef>
              <a:spcAft>
                <a:spcPts val="0"/>
              </a:spcAft>
              <a:buClr>
                <a:schemeClr val="lt1"/>
              </a:buClr>
              <a:buSzPts val="1400"/>
              <a:buFont typeface="Noto Sans Symbols"/>
              <a:buChar char="❑"/>
            </a:pPr>
            <a:r>
              <a:rPr lang="en-GB" sz="1400">
                <a:solidFill>
                  <a:schemeClr val="lt1"/>
                </a:solidFill>
                <a:latin typeface="Century Gothic"/>
                <a:ea typeface="Century Gothic"/>
                <a:cs typeface="Century Gothic"/>
                <a:sym typeface="Century Gothic"/>
              </a:rPr>
              <a:t>Foster a nationwide culture of transparency and fairness in telecommunications contracts.</a:t>
            </a:r>
            <a:endParaRPr/>
          </a:p>
          <a:p>
            <a:pPr indent="-285750" lvl="0" marL="285750" marR="0" rtl="0" algn="l">
              <a:spcBef>
                <a:spcPts val="0"/>
              </a:spcBef>
              <a:spcAft>
                <a:spcPts val="0"/>
              </a:spcAft>
              <a:buClr>
                <a:schemeClr val="lt1"/>
              </a:buClr>
              <a:buSzPts val="1400"/>
              <a:buFont typeface="Noto Sans Symbols"/>
              <a:buChar char="❑"/>
            </a:pPr>
            <a:r>
              <a:rPr lang="en-GB" sz="1400">
                <a:solidFill>
                  <a:schemeClr val="lt1"/>
                </a:solidFill>
                <a:latin typeface="Century Gothic"/>
                <a:ea typeface="Century Gothic"/>
                <a:cs typeface="Century Gothic"/>
                <a:sym typeface="Century Gothic"/>
              </a:rPr>
              <a:t>Empower citizens with the tools and knowledge to make informed decisions about their communication services.</a:t>
            </a:r>
            <a:endParaRPr/>
          </a:p>
          <a:p>
            <a:pPr indent="-285750" lvl="0" marL="285750" marR="0" rtl="0" algn="l">
              <a:spcBef>
                <a:spcPts val="0"/>
              </a:spcBef>
              <a:spcAft>
                <a:spcPts val="0"/>
              </a:spcAft>
              <a:buClr>
                <a:schemeClr val="lt1"/>
              </a:buClr>
              <a:buSzPts val="1400"/>
              <a:buFont typeface="Noto Sans Symbols"/>
              <a:buChar char="❑"/>
            </a:pPr>
            <a:r>
              <a:rPr lang="en-GB" sz="1400">
                <a:solidFill>
                  <a:schemeClr val="lt1"/>
                </a:solidFill>
                <a:latin typeface="Century Gothic"/>
                <a:ea typeface="Century Gothic"/>
                <a:cs typeface="Century Gothic"/>
                <a:sym typeface="Century Gothic"/>
              </a:rPr>
              <a:t>Position South Africa as a leader in user-centric telecommunications infrastructure.</a:t>
            </a:r>
            <a:endParaRPr/>
          </a:p>
          <a:p>
            <a:pPr indent="0" lvl="0" marL="0" marR="0" rtl="0" algn="l">
              <a:spcBef>
                <a:spcPts val="0"/>
              </a:spcBef>
              <a:spcAft>
                <a:spcPts val="0"/>
              </a:spcAft>
              <a:buNone/>
            </a:pPr>
            <a:r>
              <a:t/>
            </a:r>
            <a:endParaRPr sz="1400">
              <a:solidFill>
                <a:schemeClr val="lt1"/>
              </a:solidFill>
              <a:latin typeface="Century Gothic"/>
              <a:ea typeface="Century Gothic"/>
              <a:cs typeface="Century Gothic"/>
              <a:sym typeface="Century Gothic"/>
            </a:endParaRPr>
          </a:p>
          <a:p>
            <a:pPr indent="0" lvl="0" marL="0" marR="0" rtl="0" algn="l">
              <a:spcBef>
                <a:spcPts val="0"/>
              </a:spcBef>
              <a:spcAft>
                <a:spcPts val="0"/>
              </a:spcAft>
              <a:buNone/>
            </a:pPr>
            <a:r>
              <a:t/>
            </a:r>
            <a:endParaRPr sz="1400">
              <a:solidFill>
                <a:schemeClr val="lt1"/>
              </a:solidFill>
              <a:latin typeface="Century Gothic"/>
              <a:ea typeface="Century Gothic"/>
              <a:cs typeface="Century Gothic"/>
              <a:sym typeface="Century Gothic"/>
            </a:endParaRPr>
          </a:p>
          <a:p>
            <a:pPr indent="0" lvl="0" marL="0" marR="0" rtl="0" algn="l">
              <a:spcBef>
                <a:spcPts val="0"/>
              </a:spcBef>
              <a:spcAft>
                <a:spcPts val="0"/>
              </a:spcAft>
              <a:buNone/>
            </a:pPr>
            <a:r>
              <a:rPr b="1" lang="en-GB" sz="1400">
                <a:solidFill>
                  <a:schemeClr val="lt1"/>
                </a:solidFill>
                <a:latin typeface="Century Gothic"/>
                <a:ea typeface="Century Gothic"/>
                <a:cs typeface="Century Gothic"/>
                <a:sym typeface="Century Gothic"/>
              </a:rPr>
              <a:t>Next Steps</a:t>
            </a:r>
            <a:r>
              <a:rPr lang="en-GB" sz="1400">
                <a:solidFill>
                  <a:schemeClr val="lt1"/>
                </a:solidFill>
                <a:latin typeface="Century Gothic"/>
                <a:ea typeface="Century Gothic"/>
                <a:cs typeface="Century Gothic"/>
                <a:sym typeface="Century Gothic"/>
              </a:rPr>
              <a:t>:</a:t>
            </a:r>
            <a:endParaRPr/>
          </a:p>
          <a:p>
            <a:pPr indent="-285750" lvl="0" marL="285750" marR="0" rtl="0" algn="l">
              <a:spcBef>
                <a:spcPts val="0"/>
              </a:spcBef>
              <a:spcAft>
                <a:spcPts val="0"/>
              </a:spcAft>
              <a:buClr>
                <a:schemeClr val="lt1"/>
              </a:buClr>
              <a:buSzPts val="1400"/>
              <a:buFont typeface="Noto Sans Symbols"/>
              <a:buChar char="❑"/>
            </a:pPr>
            <a:r>
              <a:rPr lang="en-GB" sz="1400">
                <a:solidFill>
                  <a:schemeClr val="lt1"/>
                </a:solidFill>
                <a:latin typeface="Century Gothic"/>
                <a:ea typeface="Century Gothic"/>
                <a:cs typeface="Century Gothic"/>
                <a:sym typeface="Century Gothic"/>
              </a:rPr>
              <a:t>Assemble a dedicated team to execute the outlined expansion and improvement initiatives.</a:t>
            </a:r>
            <a:endParaRPr/>
          </a:p>
          <a:p>
            <a:pPr indent="-285750" lvl="0" marL="285750" marR="0" rtl="0" algn="l">
              <a:spcBef>
                <a:spcPts val="0"/>
              </a:spcBef>
              <a:spcAft>
                <a:spcPts val="0"/>
              </a:spcAft>
              <a:buClr>
                <a:schemeClr val="lt1"/>
              </a:buClr>
              <a:buSzPts val="1400"/>
              <a:buFont typeface="Noto Sans Symbols"/>
              <a:buChar char="❑"/>
            </a:pPr>
            <a:r>
              <a:rPr lang="en-GB" sz="1400">
                <a:solidFill>
                  <a:schemeClr val="lt1"/>
                </a:solidFill>
                <a:latin typeface="Century Gothic"/>
                <a:ea typeface="Century Gothic"/>
                <a:cs typeface="Century Gothic"/>
                <a:sym typeface="Century Gothic"/>
              </a:rPr>
              <a:t>Collaborate with government bodies, NGOs, and industry stakeholders to amplify the impact.</a:t>
            </a:r>
            <a:endParaRPr/>
          </a:p>
          <a:p>
            <a:pPr indent="-285750" lvl="0" marL="285750" marR="0" rtl="0" algn="l">
              <a:spcBef>
                <a:spcPts val="0"/>
              </a:spcBef>
              <a:spcAft>
                <a:spcPts val="0"/>
              </a:spcAft>
              <a:buClr>
                <a:schemeClr val="lt1"/>
              </a:buClr>
              <a:buSzPts val="1400"/>
              <a:buFont typeface="Noto Sans Symbols"/>
              <a:buChar char="❑"/>
            </a:pPr>
            <a:r>
              <a:rPr lang="en-GB" sz="1400">
                <a:solidFill>
                  <a:schemeClr val="lt1"/>
                </a:solidFill>
                <a:latin typeface="Century Gothic"/>
                <a:ea typeface="Century Gothic"/>
                <a:cs typeface="Century Gothic"/>
                <a:sym typeface="Century Gothic"/>
              </a:rPr>
              <a:t>Continuously gather user feedback and conduct usability testing to ensure ongoing refinement and relevance of the app.</a:t>
            </a:r>
            <a:endParaRPr/>
          </a:p>
        </p:txBody>
      </p:sp>
      <p:sp>
        <p:nvSpPr>
          <p:cNvPr id="398" name="Google Shape;398;p12"/>
          <p:cNvSpPr txBox="1"/>
          <p:nvPr/>
        </p:nvSpPr>
        <p:spPr>
          <a:xfrm>
            <a:off x="4084476" y="791351"/>
            <a:ext cx="50625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chemeClr val="lt1"/>
                </a:solidFill>
                <a:latin typeface="Century Gothic"/>
                <a:ea typeface="Century Gothic"/>
                <a:cs typeface="Century Gothic"/>
                <a:sym typeface="Century Gothic"/>
              </a:rPr>
              <a:t> Scaling Our Impact - Future Vision: Cont’d..</a:t>
            </a:r>
            <a:endParaRPr b="1" sz="1800">
              <a:solidFill>
                <a:schemeClr val="lt1"/>
              </a:solidFill>
              <a:latin typeface="Century Gothic"/>
              <a:ea typeface="Century Gothic"/>
              <a:cs typeface="Century Gothic"/>
              <a:sym typeface="Century Gothic"/>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02" name="Shape 402"/>
        <p:cNvGrpSpPr/>
        <p:nvPr/>
      </p:nvGrpSpPr>
      <p:grpSpPr>
        <a:xfrm>
          <a:off x="0" y="0"/>
          <a:ext cx="0" cy="0"/>
          <a:chOff x="0" y="0"/>
          <a:chExt cx="0" cy="0"/>
        </a:xfrm>
      </p:grpSpPr>
      <p:sp>
        <p:nvSpPr>
          <p:cNvPr id="403" name="Google Shape;403;p13"/>
          <p:cNvSpPr txBox="1"/>
          <p:nvPr/>
        </p:nvSpPr>
        <p:spPr>
          <a:xfrm>
            <a:off x="767600" y="1611925"/>
            <a:ext cx="10695900" cy="3786600"/>
          </a:xfrm>
          <a:prstGeom prst="rect">
            <a:avLst/>
          </a:prstGeom>
          <a:noFill/>
          <a:ln cap="flat" cmpd="sng" w="9525">
            <a:solidFill>
              <a:schemeClr val="l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lt1"/>
                </a:solidFill>
                <a:latin typeface="Century Gothic"/>
                <a:ea typeface="Century Gothic"/>
                <a:cs typeface="Century Gothic"/>
                <a:sym typeface="Century Gothic"/>
              </a:rPr>
              <a:t>Our </a:t>
            </a:r>
            <a:r>
              <a:rPr b="1" lang="en-GB" sz="1200">
                <a:solidFill>
                  <a:schemeClr val="lt1"/>
                </a:solidFill>
                <a:latin typeface="Century Gothic"/>
                <a:ea typeface="Century Gothic"/>
                <a:cs typeface="Century Gothic"/>
                <a:sym typeface="Century Gothic"/>
              </a:rPr>
              <a:t>WHY</a:t>
            </a:r>
            <a:r>
              <a:rPr lang="en-GB" sz="1200">
                <a:solidFill>
                  <a:schemeClr val="lt1"/>
                </a:solidFill>
                <a:latin typeface="Century Gothic"/>
                <a:ea typeface="Century Gothic"/>
                <a:cs typeface="Century Gothic"/>
                <a:sym typeface="Century Gothic"/>
              </a:rPr>
              <a:t> revolves around addressing the retention challenges within the telecommunications industry, encompassing issues like unclear contracts, poor customer service, and a lack of accountability. This problem matters because it directly impacts users like Boitumelo Mogashoa, leading to dissatisfaction, confusion, and a potential breakdown of trust between customers and telecommunication providers.</a:t>
            </a:r>
            <a:endParaRPr/>
          </a:p>
          <a:p>
            <a:pPr indent="0" lvl="0" marL="0" marR="0" rtl="0" algn="l">
              <a:spcBef>
                <a:spcPts val="0"/>
              </a:spcBef>
              <a:spcAft>
                <a:spcPts val="0"/>
              </a:spcAft>
              <a:buNone/>
            </a:pPr>
            <a:r>
              <a:t/>
            </a:r>
            <a:endParaRPr sz="1200">
              <a:solidFill>
                <a:schemeClr val="lt1"/>
              </a:solidFill>
              <a:latin typeface="Century Gothic"/>
              <a:ea typeface="Century Gothic"/>
              <a:cs typeface="Century Gothic"/>
              <a:sym typeface="Century Gothic"/>
            </a:endParaRPr>
          </a:p>
          <a:p>
            <a:pPr indent="0" lvl="0" marL="0" marR="0" rtl="0" algn="l">
              <a:spcBef>
                <a:spcPts val="0"/>
              </a:spcBef>
              <a:spcAft>
                <a:spcPts val="0"/>
              </a:spcAft>
              <a:buNone/>
            </a:pPr>
            <a:r>
              <a:rPr b="1" lang="en-GB" sz="1200">
                <a:solidFill>
                  <a:schemeClr val="lt1"/>
                </a:solidFill>
                <a:latin typeface="Century Gothic"/>
                <a:ea typeface="Century Gothic"/>
                <a:cs typeface="Century Gothic"/>
                <a:sym typeface="Century Gothic"/>
              </a:rPr>
              <a:t>Why Our Solution Matters</a:t>
            </a:r>
            <a:r>
              <a:rPr lang="en-GB" sz="1200">
                <a:solidFill>
                  <a:schemeClr val="lt1"/>
                </a:solidFill>
                <a:latin typeface="Century Gothic"/>
                <a:ea typeface="Century Gothic"/>
                <a:cs typeface="Century Gothic"/>
                <a:sym typeface="Century Gothic"/>
              </a:rPr>
              <a:t>:</a:t>
            </a:r>
            <a:endParaRPr/>
          </a:p>
          <a:p>
            <a:pPr indent="0" lvl="0" marL="0" marR="0" rtl="0" algn="l">
              <a:spcBef>
                <a:spcPts val="0"/>
              </a:spcBef>
              <a:spcAft>
                <a:spcPts val="0"/>
              </a:spcAft>
              <a:buNone/>
            </a:pPr>
            <a:r>
              <a:t/>
            </a:r>
            <a:endParaRPr sz="1200">
              <a:solidFill>
                <a:schemeClr val="lt1"/>
              </a:solidFill>
              <a:latin typeface="Century Gothic"/>
              <a:ea typeface="Century Gothic"/>
              <a:cs typeface="Century Gothic"/>
              <a:sym typeface="Century Gothic"/>
            </a:endParaRPr>
          </a:p>
          <a:p>
            <a:pPr indent="0" lvl="0" marL="0" marR="0" rtl="0" algn="just">
              <a:spcBef>
                <a:spcPts val="0"/>
              </a:spcBef>
              <a:spcAft>
                <a:spcPts val="0"/>
              </a:spcAft>
              <a:buNone/>
            </a:pPr>
            <a:r>
              <a:rPr b="1" lang="en-GB" sz="1200">
                <a:solidFill>
                  <a:schemeClr val="lt1"/>
                </a:solidFill>
                <a:latin typeface="Century Gothic"/>
                <a:ea typeface="Century Gothic"/>
                <a:cs typeface="Century Gothic"/>
                <a:sym typeface="Century Gothic"/>
              </a:rPr>
              <a:t>Empowering Users</a:t>
            </a:r>
            <a:r>
              <a:rPr lang="en-GB" sz="1200">
                <a:solidFill>
                  <a:schemeClr val="lt1"/>
                </a:solidFill>
                <a:latin typeface="Century Gothic"/>
                <a:ea typeface="Century Gothic"/>
                <a:cs typeface="Century Gothic"/>
                <a:sym typeface="Century Gothic"/>
              </a:rPr>
              <a:t>: By transforming the infrastructure governing contractual processes, our solution empowers users with a comprehensive understanding of their contractual terms. This clarity, especially for individuals like Boitumelo, fosters a positive customer-provider relationship.</a:t>
            </a:r>
            <a:endParaRPr/>
          </a:p>
          <a:p>
            <a:pPr indent="0" lvl="0" marL="0" marR="0" rtl="0" algn="just">
              <a:spcBef>
                <a:spcPts val="0"/>
              </a:spcBef>
              <a:spcAft>
                <a:spcPts val="0"/>
              </a:spcAft>
              <a:buNone/>
            </a:pPr>
            <a:r>
              <a:t/>
            </a:r>
            <a:endParaRPr sz="1200">
              <a:solidFill>
                <a:schemeClr val="lt1"/>
              </a:solidFill>
              <a:latin typeface="Century Gothic"/>
              <a:ea typeface="Century Gothic"/>
              <a:cs typeface="Century Gothic"/>
              <a:sym typeface="Century Gothic"/>
            </a:endParaRPr>
          </a:p>
          <a:p>
            <a:pPr indent="0" lvl="0" marL="0" marR="0" rtl="0" algn="just">
              <a:spcBef>
                <a:spcPts val="0"/>
              </a:spcBef>
              <a:spcAft>
                <a:spcPts val="0"/>
              </a:spcAft>
              <a:buNone/>
            </a:pPr>
            <a:r>
              <a:rPr b="1" lang="en-GB" sz="1200">
                <a:solidFill>
                  <a:schemeClr val="lt1"/>
                </a:solidFill>
                <a:latin typeface="Century Gothic"/>
                <a:ea typeface="Century Gothic"/>
                <a:cs typeface="Century Gothic"/>
                <a:sym typeface="Century Gothic"/>
              </a:rPr>
              <a:t>Building Trust and Transparency</a:t>
            </a:r>
            <a:r>
              <a:rPr lang="en-GB" sz="1200">
                <a:solidFill>
                  <a:schemeClr val="lt1"/>
                </a:solidFill>
                <a:latin typeface="Century Gothic"/>
                <a:ea typeface="Century Gothic"/>
                <a:cs typeface="Century Gothic"/>
                <a:sym typeface="Century Gothic"/>
              </a:rPr>
              <a:t>: The user-friendly app, enhanced communication channels, and collaboration with telecom companies contribute to a transparent contractual environment. This transparency builds trust, mitigates challenges associated with obscure contract terms, and establishes a foundation for a trustworthy telecom industry.</a:t>
            </a:r>
            <a:endParaRPr/>
          </a:p>
          <a:p>
            <a:pPr indent="0" lvl="0" marL="0" marR="0" rtl="0" algn="just">
              <a:spcBef>
                <a:spcPts val="0"/>
              </a:spcBef>
              <a:spcAft>
                <a:spcPts val="0"/>
              </a:spcAft>
              <a:buNone/>
            </a:pPr>
            <a:r>
              <a:t/>
            </a:r>
            <a:endParaRPr sz="1200">
              <a:solidFill>
                <a:schemeClr val="lt1"/>
              </a:solidFill>
              <a:latin typeface="Century Gothic"/>
              <a:ea typeface="Century Gothic"/>
              <a:cs typeface="Century Gothic"/>
              <a:sym typeface="Century Gothic"/>
            </a:endParaRPr>
          </a:p>
          <a:p>
            <a:pPr indent="0" lvl="0" marL="0" marR="0" rtl="0" algn="just">
              <a:spcBef>
                <a:spcPts val="0"/>
              </a:spcBef>
              <a:spcAft>
                <a:spcPts val="0"/>
              </a:spcAft>
              <a:buNone/>
            </a:pPr>
            <a:r>
              <a:rPr b="1" lang="en-GB" sz="1200">
                <a:solidFill>
                  <a:schemeClr val="lt1"/>
                </a:solidFill>
                <a:latin typeface="Century Gothic"/>
                <a:ea typeface="Century Gothic"/>
                <a:cs typeface="Century Gothic"/>
                <a:sym typeface="Century Gothic"/>
              </a:rPr>
              <a:t>Nationwide Impact</a:t>
            </a:r>
            <a:r>
              <a:rPr lang="en-GB" sz="1200">
                <a:solidFill>
                  <a:schemeClr val="lt1"/>
                </a:solidFill>
                <a:latin typeface="Century Gothic"/>
                <a:ea typeface="Century Gothic"/>
                <a:cs typeface="Century Gothic"/>
                <a:sym typeface="Century Gothic"/>
              </a:rPr>
              <a:t>: With the potential for scaling and future innovations, our solution can make a significant difference nationwide. It not only addresses the immediate pain points but also sets the stage for a cultural shift towards user-centric telecommunications practices in South Africa.</a:t>
            </a:r>
            <a:endParaRPr/>
          </a:p>
          <a:p>
            <a:pPr indent="0" lvl="0" marL="0" marR="0" rtl="0" algn="just">
              <a:spcBef>
                <a:spcPts val="0"/>
              </a:spcBef>
              <a:spcAft>
                <a:spcPts val="0"/>
              </a:spcAft>
              <a:buNone/>
            </a:pPr>
            <a:r>
              <a:t/>
            </a:r>
            <a:endParaRPr sz="1200">
              <a:solidFill>
                <a:schemeClr val="lt1"/>
              </a:solidFill>
              <a:latin typeface="Century Gothic"/>
              <a:ea typeface="Century Gothic"/>
              <a:cs typeface="Century Gothic"/>
              <a:sym typeface="Century Gothic"/>
            </a:endParaRPr>
          </a:p>
          <a:p>
            <a:pPr indent="0" lvl="0" marL="0" marR="0" rtl="0" algn="just">
              <a:spcBef>
                <a:spcPts val="0"/>
              </a:spcBef>
              <a:spcAft>
                <a:spcPts val="0"/>
              </a:spcAft>
              <a:buNone/>
            </a:pPr>
            <a:r>
              <a:rPr b="1" lang="en-GB" sz="1200">
                <a:solidFill>
                  <a:schemeClr val="lt1"/>
                </a:solidFill>
                <a:latin typeface="Century Gothic"/>
                <a:ea typeface="Century Gothic"/>
                <a:cs typeface="Century Gothic"/>
                <a:sym typeface="Century Gothic"/>
              </a:rPr>
              <a:t>User Education and Empowerment</a:t>
            </a:r>
            <a:r>
              <a:rPr lang="en-GB" sz="1200">
                <a:solidFill>
                  <a:schemeClr val="lt1"/>
                </a:solidFill>
                <a:latin typeface="Century Gothic"/>
                <a:ea typeface="Century Gothic"/>
                <a:cs typeface="Century Gothic"/>
                <a:sym typeface="Century Gothic"/>
              </a:rPr>
              <a:t>: The envisioned user education program ensures that users are not only informed about their contracts but are also equipped with the knowledge to make informed decisions. This educational aspect adds a layer of empowerment, promoting a more informed and engaged user base.</a:t>
            </a:r>
            <a:endParaRPr/>
          </a:p>
        </p:txBody>
      </p:sp>
      <p:sp>
        <p:nvSpPr>
          <p:cNvPr id="404" name="Google Shape;404;p13"/>
          <p:cNvSpPr txBox="1"/>
          <p:nvPr/>
        </p:nvSpPr>
        <p:spPr>
          <a:xfrm>
            <a:off x="5266201" y="791351"/>
            <a:ext cx="25635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chemeClr val="lt1"/>
                </a:solidFill>
                <a:latin typeface="Century Gothic"/>
                <a:ea typeface="Century Gothic"/>
                <a:cs typeface="Century Gothic"/>
                <a:sym typeface="Century Gothic"/>
              </a:rPr>
              <a:t> Reinforcing Our WHY</a:t>
            </a:r>
            <a:endParaRPr b="1" sz="1800">
              <a:solidFill>
                <a:schemeClr val="lt1"/>
              </a:solidFill>
              <a:latin typeface="Century Gothic"/>
              <a:ea typeface="Century Gothic"/>
              <a:cs typeface="Century Gothic"/>
              <a:sym typeface="Century Gothic"/>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Ion Boardroom">
  <a:themeElements>
    <a:clrScheme name="Ion Boardroom">
      <a:dk1>
        <a:srgbClr val="000000"/>
      </a:dk1>
      <a:lt1>
        <a:srgbClr val="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2023-12-13T05:53:36Z</dcterms:created>
  <dc:creator>Lebone Makhubedu</dc:creator>
</cp:coreProperties>
</file>